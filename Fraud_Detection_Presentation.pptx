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57" r:id="rId4"/>
    <p:sldId id="267" r:id="rId5"/>
    <p:sldId id="258" r:id="rId6"/>
    <p:sldId id="266" r:id="rId7"/>
    <p:sldId id="268" r:id="rId8"/>
    <p:sldId id="259" r:id="rId9"/>
    <p:sldId id="260" r:id="rId10"/>
    <p:sldId id="269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4D4FC5-5335-4BAA-9721-228D28B67D37}" v="8" dt="2025-08-04T13:43:47.4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7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NA TEJA MADINEEDI" userId="641e24cc71e51d1d" providerId="LiveId" clId="{154D4FC5-5335-4BAA-9721-228D28B67D37}"/>
    <pc:docChg chg="undo custSel addSld modSld sldOrd">
      <pc:chgData name="KRISHNA TEJA MADINEEDI" userId="641e24cc71e51d1d" providerId="LiveId" clId="{154D4FC5-5335-4BAA-9721-228D28B67D37}" dt="2025-08-04T13:45:19.411" v="209" actId="14100"/>
      <pc:docMkLst>
        <pc:docMk/>
      </pc:docMkLst>
      <pc:sldChg chg="addSp delSp modSp mod modMedia setBg addAnim delAnim">
        <pc:chgData name="KRISHNA TEJA MADINEEDI" userId="641e24cc71e51d1d" providerId="LiveId" clId="{154D4FC5-5335-4BAA-9721-228D28B67D37}" dt="2025-08-03T22:33:06.952" v="141" actId="26606"/>
        <pc:sldMkLst>
          <pc:docMk/>
          <pc:sldMk cId="0" sldId="256"/>
        </pc:sldMkLst>
        <pc:spChg chg="mod">
          <ac:chgData name="KRISHNA TEJA MADINEEDI" userId="641e24cc71e51d1d" providerId="LiveId" clId="{154D4FC5-5335-4BAA-9721-228D28B67D37}" dt="2025-08-03T22:33:06.952" v="141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KRISHNA TEJA MADINEEDI" userId="641e24cc71e51d1d" providerId="LiveId" clId="{154D4FC5-5335-4BAA-9721-228D28B67D37}" dt="2025-08-03T22:33:06.952" v="141" actId="26606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KRISHNA TEJA MADINEEDI" userId="641e24cc71e51d1d" providerId="LiveId" clId="{154D4FC5-5335-4BAA-9721-228D28B67D37}" dt="2025-08-03T22:32:51.275" v="129" actId="26606"/>
          <ac:spMkLst>
            <pc:docMk/>
            <pc:sldMk cId="0" sldId="256"/>
            <ac:spMk id="9" creationId="{E0AE394F-AFF1-4485-AF1F-7387A2F041AA}"/>
          </ac:spMkLst>
        </pc:spChg>
        <pc:spChg chg="add del">
          <ac:chgData name="KRISHNA TEJA MADINEEDI" userId="641e24cc71e51d1d" providerId="LiveId" clId="{154D4FC5-5335-4BAA-9721-228D28B67D37}" dt="2025-08-03T22:32:55.663" v="131" actId="26606"/>
          <ac:spMkLst>
            <pc:docMk/>
            <pc:sldMk cId="0" sldId="256"/>
            <ac:spMk id="10" creationId="{65219498-D544-41AC-98FE-8F956EF66A62}"/>
          </ac:spMkLst>
        </pc:spChg>
        <pc:spChg chg="add del">
          <ac:chgData name="KRISHNA TEJA MADINEEDI" userId="641e24cc71e51d1d" providerId="LiveId" clId="{154D4FC5-5335-4BAA-9721-228D28B67D37}" dt="2025-08-03T22:32:51.275" v="129" actId="26606"/>
          <ac:spMkLst>
            <pc:docMk/>
            <pc:sldMk cId="0" sldId="256"/>
            <ac:spMk id="11" creationId="{5683D043-25BB-4AC9-8130-641179672614}"/>
          </ac:spMkLst>
        </pc:spChg>
        <pc:spChg chg="add del">
          <ac:chgData name="KRISHNA TEJA MADINEEDI" userId="641e24cc71e51d1d" providerId="LiveId" clId="{154D4FC5-5335-4BAA-9721-228D28B67D37}" dt="2025-08-03T22:32:55.663" v="131" actId="26606"/>
          <ac:spMkLst>
            <pc:docMk/>
            <pc:sldMk cId="0" sldId="256"/>
            <ac:spMk id="12" creationId="{F500DBFC-17A9-4E0A-AEE2-A49F9AEEF0FD}"/>
          </ac:spMkLst>
        </pc:spChg>
        <pc:spChg chg="add del">
          <ac:chgData name="KRISHNA TEJA MADINEEDI" userId="641e24cc71e51d1d" providerId="LiveId" clId="{154D4FC5-5335-4BAA-9721-228D28B67D37}" dt="2025-08-03T22:32:51.275" v="129" actId="26606"/>
          <ac:spMkLst>
            <pc:docMk/>
            <pc:sldMk cId="0" sldId="256"/>
            <ac:spMk id="13" creationId="{AA61CCAC-6875-474C-8E9E-F57ABF078C2B}"/>
          </ac:spMkLst>
        </pc:spChg>
        <pc:spChg chg="add del">
          <ac:chgData name="KRISHNA TEJA MADINEEDI" userId="641e24cc71e51d1d" providerId="LiveId" clId="{154D4FC5-5335-4BAA-9721-228D28B67D37}" dt="2025-08-03T22:33:06.952" v="140" actId="26606"/>
          <ac:spMkLst>
            <pc:docMk/>
            <pc:sldMk cId="0" sldId="256"/>
            <ac:spMk id="15" creationId="{33F70A3C-4474-2A39-470C-FD55A8837503}"/>
          </ac:spMkLst>
        </pc:spChg>
        <pc:spChg chg="add del">
          <ac:chgData name="KRISHNA TEJA MADINEEDI" userId="641e24cc71e51d1d" providerId="LiveId" clId="{154D4FC5-5335-4BAA-9721-228D28B67D37}" dt="2025-08-03T22:33:06.952" v="140" actId="26606"/>
          <ac:spMkLst>
            <pc:docMk/>
            <pc:sldMk cId="0" sldId="256"/>
            <ac:spMk id="17" creationId="{BAC3F7D4-9613-0E1F-901C-98FE831DEBC0}"/>
          </ac:spMkLst>
        </pc:spChg>
        <pc:spChg chg="add del">
          <ac:chgData name="KRISHNA TEJA MADINEEDI" userId="641e24cc71e51d1d" providerId="LiveId" clId="{154D4FC5-5335-4BAA-9721-228D28B67D37}" dt="2025-08-03T22:33:06.952" v="140" actId="26606"/>
          <ac:spMkLst>
            <pc:docMk/>
            <pc:sldMk cId="0" sldId="256"/>
            <ac:spMk id="19" creationId="{AFD5167C-AF48-26F0-7A9F-3F7643374872}"/>
          </ac:spMkLst>
        </pc:spChg>
        <pc:spChg chg="add del">
          <ac:chgData name="KRISHNA TEJA MADINEEDI" userId="641e24cc71e51d1d" providerId="LiveId" clId="{154D4FC5-5335-4BAA-9721-228D28B67D37}" dt="2025-08-03T22:33:02.874" v="136" actId="26606"/>
          <ac:spMkLst>
            <pc:docMk/>
            <pc:sldMk cId="0" sldId="256"/>
            <ac:spMk id="20" creationId="{A3363022-C969-41E9-8EB2-E4C94908C1FA}"/>
          </ac:spMkLst>
        </pc:spChg>
        <pc:spChg chg="add del">
          <ac:chgData name="KRISHNA TEJA MADINEEDI" userId="641e24cc71e51d1d" providerId="LiveId" clId="{154D4FC5-5335-4BAA-9721-228D28B67D37}" dt="2025-08-03T22:33:02.874" v="136" actId="26606"/>
          <ac:spMkLst>
            <pc:docMk/>
            <pc:sldMk cId="0" sldId="256"/>
            <ac:spMk id="21" creationId="{8D1AD6B3-BE88-4CEB-BA17-790657CC4729}"/>
          </ac:spMkLst>
        </pc:spChg>
        <pc:spChg chg="add del">
          <ac:chgData name="KRISHNA TEJA MADINEEDI" userId="641e24cc71e51d1d" providerId="LiveId" clId="{154D4FC5-5335-4BAA-9721-228D28B67D37}" dt="2025-08-03T22:33:06.952" v="140" actId="26606"/>
          <ac:spMkLst>
            <pc:docMk/>
            <pc:sldMk cId="0" sldId="256"/>
            <ac:spMk id="29" creationId="{4D60F200-5EB0-B223-2439-C96C67F0FEE1}"/>
          </ac:spMkLst>
        </pc:spChg>
        <pc:spChg chg="add del">
          <ac:chgData name="KRISHNA TEJA MADINEEDI" userId="641e24cc71e51d1d" providerId="LiveId" clId="{154D4FC5-5335-4BAA-9721-228D28B67D37}" dt="2025-08-03T22:33:06.952" v="140" actId="26606"/>
          <ac:spMkLst>
            <pc:docMk/>
            <pc:sldMk cId="0" sldId="256"/>
            <ac:spMk id="30" creationId="{74067CD3-146F-6228-E362-39AA720C25F7}"/>
          </ac:spMkLst>
        </pc:spChg>
        <pc:spChg chg="add del">
          <ac:chgData name="KRISHNA TEJA MADINEEDI" userId="641e24cc71e51d1d" providerId="LiveId" clId="{154D4FC5-5335-4BAA-9721-228D28B67D37}" dt="2025-08-03T22:33:06.952" v="140" actId="26606"/>
          <ac:spMkLst>
            <pc:docMk/>
            <pc:sldMk cId="0" sldId="256"/>
            <ac:spMk id="31" creationId="{271C7E5C-A0F8-E9FA-56DB-31A257FD4EDB}"/>
          </ac:spMkLst>
        </pc:spChg>
        <pc:spChg chg="add del">
          <ac:chgData name="KRISHNA TEJA MADINEEDI" userId="641e24cc71e51d1d" providerId="LiveId" clId="{154D4FC5-5335-4BAA-9721-228D28B67D37}" dt="2025-08-03T22:33:06.952" v="140" actId="26606"/>
          <ac:spMkLst>
            <pc:docMk/>
            <pc:sldMk cId="0" sldId="256"/>
            <ac:spMk id="32" creationId="{87B30A01-FCA8-86A5-A840-C32A3BE2EDD6}"/>
          </ac:spMkLst>
        </pc:spChg>
        <pc:spChg chg="add">
          <ac:chgData name="KRISHNA TEJA MADINEEDI" userId="641e24cc71e51d1d" providerId="LiveId" clId="{154D4FC5-5335-4BAA-9721-228D28B67D37}" dt="2025-08-03T22:33:06.952" v="141" actId="26606"/>
          <ac:spMkLst>
            <pc:docMk/>
            <pc:sldMk cId="0" sldId="256"/>
            <ac:spMk id="34" creationId="{65219498-D544-41AC-98FE-8F956EF66A62}"/>
          </ac:spMkLst>
        </pc:spChg>
        <pc:spChg chg="add">
          <ac:chgData name="KRISHNA TEJA MADINEEDI" userId="641e24cc71e51d1d" providerId="LiveId" clId="{154D4FC5-5335-4BAA-9721-228D28B67D37}" dt="2025-08-03T22:33:06.952" v="141" actId="26606"/>
          <ac:spMkLst>
            <pc:docMk/>
            <pc:sldMk cId="0" sldId="256"/>
            <ac:spMk id="35" creationId="{F500DBFC-17A9-4E0A-AEE2-A49F9AEEF0FD}"/>
          </ac:spMkLst>
        </pc:spChg>
        <pc:grpChg chg="add del">
          <ac:chgData name="KRISHNA TEJA MADINEEDI" userId="641e24cc71e51d1d" providerId="LiveId" clId="{154D4FC5-5335-4BAA-9721-228D28B67D37}" dt="2025-08-03T22:32:55.663" v="131" actId="26606"/>
          <ac:grpSpMkLst>
            <pc:docMk/>
            <pc:sldMk cId="0" sldId="256"/>
            <ac:grpSpMk id="14" creationId="{D74613BB-817C-4C4F-8A24-4936F2F064C0}"/>
          </ac:grpSpMkLst>
        </pc:grpChg>
        <pc:grpChg chg="add del">
          <ac:chgData name="KRISHNA TEJA MADINEEDI" userId="641e24cc71e51d1d" providerId="LiveId" clId="{154D4FC5-5335-4BAA-9721-228D28B67D37}" dt="2025-08-03T22:33:02.874" v="136" actId="26606"/>
          <ac:grpSpMkLst>
            <pc:docMk/>
            <pc:sldMk cId="0" sldId="256"/>
            <ac:grpSpMk id="23" creationId="{89D1390B-7E13-4B4F-9CB2-391063412E54}"/>
          </ac:grpSpMkLst>
        </pc:grpChg>
        <pc:grpChg chg="add">
          <ac:chgData name="KRISHNA TEJA MADINEEDI" userId="641e24cc71e51d1d" providerId="LiveId" clId="{154D4FC5-5335-4BAA-9721-228D28B67D37}" dt="2025-08-03T22:33:06.952" v="141" actId="26606"/>
          <ac:grpSpMkLst>
            <pc:docMk/>
            <pc:sldMk cId="0" sldId="256"/>
            <ac:grpSpMk id="36" creationId="{D74613BB-817C-4C4F-8A24-4936F2F064C0}"/>
          </ac:grpSpMkLst>
        </pc:grpChg>
        <pc:picChg chg="add del mod">
          <ac:chgData name="KRISHNA TEJA MADINEEDI" userId="641e24cc71e51d1d" providerId="LiveId" clId="{154D4FC5-5335-4BAA-9721-228D28B67D37}" dt="2025-08-03T22:32:51.275" v="129" actId="26606"/>
          <ac:picMkLst>
            <pc:docMk/>
            <pc:sldMk cId="0" sldId="256"/>
            <ac:picMk id="5" creationId="{1B711044-8244-A7E2-90BD-729ABD293BED}"/>
          </ac:picMkLst>
        </pc:picChg>
        <pc:picChg chg="add del">
          <ac:chgData name="KRISHNA TEJA MADINEEDI" userId="641e24cc71e51d1d" providerId="LiveId" clId="{154D4FC5-5335-4BAA-9721-228D28B67D37}" dt="2025-08-03T22:32:55.663" v="131" actId="26606"/>
          <ac:picMkLst>
            <pc:docMk/>
            <pc:sldMk cId="0" sldId="256"/>
            <ac:picMk id="7" creationId="{A27EB313-6559-3D6E-5692-D2589636C088}"/>
          </ac:picMkLst>
        </pc:picChg>
        <pc:picChg chg="add del">
          <ac:chgData name="KRISHNA TEJA MADINEEDI" userId="641e24cc71e51d1d" providerId="LiveId" clId="{154D4FC5-5335-4BAA-9721-228D28B67D37}" dt="2025-08-03T22:33:02.874" v="136" actId="26606"/>
          <ac:picMkLst>
            <pc:docMk/>
            <pc:sldMk cId="0" sldId="256"/>
            <ac:picMk id="22" creationId="{F27D89DD-576D-7B59-BDFC-A2BF4C96492E}"/>
          </ac:picMkLst>
        </pc:picChg>
        <pc:picChg chg="add del">
          <ac:chgData name="KRISHNA TEJA MADINEEDI" userId="641e24cc71e51d1d" providerId="LiveId" clId="{154D4FC5-5335-4BAA-9721-228D28B67D37}" dt="2025-08-03T22:33:06.952" v="140" actId="26606"/>
          <ac:picMkLst>
            <pc:docMk/>
            <pc:sldMk cId="0" sldId="256"/>
            <ac:picMk id="28" creationId="{63E405CB-5508-9B5C-DEAC-457043BA6777}"/>
          </ac:picMkLst>
        </pc:picChg>
        <pc:picChg chg="add">
          <ac:chgData name="KRISHNA TEJA MADINEEDI" userId="641e24cc71e51d1d" providerId="LiveId" clId="{154D4FC5-5335-4BAA-9721-228D28B67D37}" dt="2025-08-03T22:33:06.952" v="141" actId="26606"/>
          <ac:picMkLst>
            <pc:docMk/>
            <pc:sldMk cId="0" sldId="256"/>
            <ac:picMk id="39" creationId="{A27EB313-6559-3D6E-5692-D2589636C088}"/>
          </ac:picMkLst>
        </pc:picChg>
      </pc:sldChg>
      <pc:sldChg chg="addSp delSp modSp mod setBg">
        <pc:chgData name="KRISHNA TEJA MADINEEDI" userId="641e24cc71e51d1d" providerId="LiveId" clId="{154D4FC5-5335-4BAA-9721-228D28B67D37}" dt="2025-08-03T22:33:45.776" v="143" actId="26606"/>
        <pc:sldMkLst>
          <pc:docMk/>
          <pc:sldMk cId="0" sldId="257"/>
        </pc:sldMkLst>
        <pc:spChg chg="mo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9" creationId="{BACC6370-2D7E-4714-9D71-7542949D7D5D}"/>
          </ac:spMkLst>
        </pc:spChg>
        <pc:spChg chg="ad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11" creationId="{256B2C21-A230-48C0-8DF1-C46611373C44}"/>
          </ac:spMkLst>
        </pc:spChg>
        <pc:spChg chg="ad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13" creationId="{3847E18C-932D-4C95-AABA-FEC7C9499AD7}"/>
          </ac:spMkLst>
        </pc:spChg>
        <pc:spChg chg="ad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15" creationId="{3150CB11-0C61-439E-910F-5787759E72A0}"/>
          </ac:spMkLst>
        </pc:spChg>
        <pc:spChg chg="ad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17" creationId="{43F8A58B-5155-44CE-A5FF-7647B47D0A7A}"/>
          </ac:spMkLst>
        </pc:spChg>
        <pc:spChg chg="add">
          <ac:chgData name="KRISHNA TEJA MADINEEDI" userId="641e24cc71e51d1d" providerId="LiveId" clId="{154D4FC5-5335-4BAA-9721-228D28B67D37}" dt="2025-08-03T22:33:45.776" v="143" actId="26606"/>
          <ac:spMkLst>
            <pc:docMk/>
            <pc:sldMk cId="0" sldId="257"/>
            <ac:spMk id="19" creationId="{443F2ACA-E6D6-4028-82DD-F03C262D5DE6}"/>
          </ac:spMkLst>
        </pc:spChg>
        <pc:graphicFrameChg chg="add">
          <ac:chgData name="KRISHNA TEJA MADINEEDI" userId="641e24cc71e51d1d" providerId="LiveId" clId="{154D4FC5-5335-4BAA-9721-228D28B67D37}" dt="2025-08-03T22:33:45.776" v="143" actId="26606"/>
          <ac:graphicFrameMkLst>
            <pc:docMk/>
            <pc:sldMk cId="0" sldId="257"/>
            <ac:graphicFrameMk id="5" creationId="{51633CD4-2FF2-0FD7-45F2-079E5B31822C}"/>
          </ac:graphicFrameMkLst>
        </pc:graphicFrameChg>
      </pc:sldChg>
      <pc:sldChg chg="addSp delSp modSp mod setBg">
        <pc:chgData name="KRISHNA TEJA MADINEEDI" userId="641e24cc71e51d1d" providerId="LiveId" clId="{154D4FC5-5335-4BAA-9721-228D28B67D37}" dt="2025-08-03T22:34:28.698" v="146" actId="26606"/>
        <pc:sldMkLst>
          <pc:docMk/>
          <pc:sldMk cId="0" sldId="258"/>
        </pc:sldMkLst>
        <pc:spChg chg="mod">
          <ac:chgData name="KRISHNA TEJA MADINEEDI" userId="641e24cc71e51d1d" providerId="LiveId" clId="{154D4FC5-5335-4BAA-9721-228D28B67D37}" dt="2025-08-03T22:34:28.693" v="145" actId="26606"/>
          <ac:spMkLst>
            <pc:docMk/>
            <pc:sldMk cId="0" sldId="258"/>
            <ac:spMk id="2" creationId="{00000000-0000-0000-0000-000000000000}"/>
          </ac:spMkLst>
        </pc:spChg>
        <pc:spChg chg="add del mod">
          <ac:chgData name="KRISHNA TEJA MADINEEDI" userId="641e24cc71e51d1d" providerId="LiveId" clId="{154D4FC5-5335-4BAA-9721-228D28B67D37}" dt="2025-08-03T22:34:28.698" v="146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KRISHNA TEJA MADINEEDI" userId="641e24cc71e51d1d" providerId="LiveId" clId="{154D4FC5-5335-4BAA-9721-228D28B67D37}" dt="2025-08-03T22:34:28.693" v="145" actId="26606"/>
          <ac:spMkLst>
            <pc:docMk/>
            <pc:sldMk cId="0" sldId="258"/>
            <ac:spMk id="9" creationId="{BACC6370-2D7E-4714-9D71-7542949D7D5D}"/>
          </ac:spMkLst>
        </pc:spChg>
        <pc:spChg chg="add del">
          <ac:chgData name="KRISHNA TEJA MADINEEDI" userId="641e24cc71e51d1d" providerId="LiveId" clId="{154D4FC5-5335-4BAA-9721-228D28B67D37}" dt="2025-08-03T22:34:28.693" v="145" actId="26606"/>
          <ac:spMkLst>
            <pc:docMk/>
            <pc:sldMk cId="0" sldId="258"/>
            <ac:spMk id="11" creationId="{256B2C21-A230-48C0-8DF1-C46611373C44}"/>
          </ac:spMkLst>
        </pc:spChg>
        <pc:spChg chg="add del">
          <ac:chgData name="KRISHNA TEJA MADINEEDI" userId="641e24cc71e51d1d" providerId="LiveId" clId="{154D4FC5-5335-4BAA-9721-228D28B67D37}" dt="2025-08-03T22:34:28.693" v="145" actId="26606"/>
          <ac:spMkLst>
            <pc:docMk/>
            <pc:sldMk cId="0" sldId="258"/>
            <ac:spMk id="13" creationId="{3847E18C-932D-4C95-AABA-FEC7C9499AD7}"/>
          </ac:spMkLst>
        </pc:spChg>
        <pc:spChg chg="add del">
          <ac:chgData name="KRISHNA TEJA MADINEEDI" userId="641e24cc71e51d1d" providerId="LiveId" clId="{154D4FC5-5335-4BAA-9721-228D28B67D37}" dt="2025-08-03T22:34:28.693" v="145" actId="26606"/>
          <ac:spMkLst>
            <pc:docMk/>
            <pc:sldMk cId="0" sldId="258"/>
            <ac:spMk id="15" creationId="{3150CB11-0C61-439E-910F-5787759E72A0}"/>
          </ac:spMkLst>
        </pc:spChg>
        <pc:spChg chg="add del">
          <ac:chgData name="KRISHNA TEJA MADINEEDI" userId="641e24cc71e51d1d" providerId="LiveId" clId="{154D4FC5-5335-4BAA-9721-228D28B67D37}" dt="2025-08-03T22:34:28.693" v="145" actId="26606"/>
          <ac:spMkLst>
            <pc:docMk/>
            <pc:sldMk cId="0" sldId="258"/>
            <ac:spMk id="17" creationId="{43F8A58B-5155-44CE-A5FF-7647B47D0A7A}"/>
          </ac:spMkLst>
        </pc:spChg>
        <pc:spChg chg="add del">
          <ac:chgData name="KRISHNA TEJA MADINEEDI" userId="641e24cc71e51d1d" providerId="LiveId" clId="{154D4FC5-5335-4BAA-9721-228D28B67D37}" dt="2025-08-03T22:34:28.693" v="145" actId="26606"/>
          <ac:spMkLst>
            <pc:docMk/>
            <pc:sldMk cId="0" sldId="258"/>
            <ac:spMk id="19" creationId="{443F2ACA-E6D6-4028-82DD-F03C262D5DE6}"/>
          </ac:spMkLst>
        </pc:spChg>
        <pc:graphicFrameChg chg="add del">
          <ac:chgData name="KRISHNA TEJA MADINEEDI" userId="641e24cc71e51d1d" providerId="LiveId" clId="{154D4FC5-5335-4BAA-9721-228D28B67D37}" dt="2025-08-03T22:34:28.693" v="145" actId="26606"/>
          <ac:graphicFrameMkLst>
            <pc:docMk/>
            <pc:sldMk cId="0" sldId="258"/>
            <ac:graphicFrameMk id="5" creationId="{E900CBC0-6D3A-C60A-105F-928309E3FB08}"/>
          </ac:graphicFrameMkLst>
        </pc:graphicFrameChg>
        <pc:graphicFrameChg chg="add">
          <ac:chgData name="KRISHNA TEJA MADINEEDI" userId="641e24cc71e51d1d" providerId="LiveId" clId="{154D4FC5-5335-4BAA-9721-228D28B67D37}" dt="2025-08-03T22:34:28.698" v="146" actId="26606"/>
          <ac:graphicFrameMkLst>
            <pc:docMk/>
            <pc:sldMk cId="0" sldId="258"/>
            <ac:graphicFrameMk id="21" creationId="{D55A4652-44B6-65AF-599C-08E08EF62383}"/>
          </ac:graphicFrameMkLst>
        </pc:graphicFrameChg>
      </pc:sldChg>
      <pc:sldChg chg="addSp delSp modSp mod setBg">
        <pc:chgData name="KRISHNA TEJA MADINEEDI" userId="641e24cc71e51d1d" providerId="LiveId" clId="{154D4FC5-5335-4BAA-9721-228D28B67D37}" dt="2025-08-03T22:36:40.332" v="148" actId="26606"/>
        <pc:sldMkLst>
          <pc:docMk/>
          <pc:sldMk cId="0" sldId="259"/>
        </pc:sldMkLst>
        <pc:spChg chg="mod">
          <ac:chgData name="KRISHNA TEJA MADINEEDI" userId="641e24cc71e51d1d" providerId="LiveId" clId="{154D4FC5-5335-4BAA-9721-228D28B67D37}" dt="2025-08-03T22:36:40.332" v="148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KRISHNA TEJA MADINEEDI" userId="641e24cc71e51d1d" providerId="LiveId" clId="{154D4FC5-5335-4BAA-9721-228D28B67D37}" dt="2025-08-03T22:36:40.332" v="148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KRISHNA TEJA MADINEEDI" userId="641e24cc71e51d1d" providerId="LiveId" clId="{154D4FC5-5335-4BAA-9721-228D28B67D37}" dt="2025-08-03T22:36:40.332" v="148" actId="26606"/>
          <ac:spMkLst>
            <pc:docMk/>
            <pc:sldMk cId="0" sldId="259"/>
            <ac:spMk id="9" creationId="{53B021B3-DE93-4AB7-8A18-CF5F1CED88B8}"/>
          </ac:spMkLst>
        </pc:spChg>
        <pc:spChg chg="add">
          <ac:chgData name="KRISHNA TEJA MADINEEDI" userId="641e24cc71e51d1d" providerId="LiveId" clId="{154D4FC5-5335-4BAA-9721-228D28B67D37}" dt="2025-08-03T22:36:40.332" v="148" actId="26606"/>
          <ac:spMkLst>
            <pc:docMk/>
            <pc:sldMk cId="0" sldId="259"/>
            <ac:spMk id="11" creationId="{52D502E5-F6B4-4D58-B4AE-FC466FF15EE8}"/>
          </ac:spMkLst>
        </pc:spChg>
        <pc:spChg chg="add">
          <ac:chgData name="KRISHNA TEJA MADINEEDI" userId="641e24cc71e51d1d" providerId="LiveId" clId="{154D4FC5-5335-4BAA-9721-228D28B67D37}" dt="2025-08-03T22:36:40.332" v="148" actId="26606"/>
          <ac:spMkLst>
            <pc:docMk/>
            <pc:sldMk cId="0" sldId="259"/>
            <ac:spMk id="13" creationId="{9DECDBF4-02B6-4BB4-B65B-B8107AD6A9E8}"/>
          </ac:spMkLst>
        </pc:spChg>
        <pc:graphicFrameChg chg="add">
          <ac:chgData name="KRISHNA TEJA MADINEEDI" userId="641e24cc71e51d1d" providerId="LiveId" clId="{154D4FC5-5335-4BAA-9721-228D28B67D37}" dt="2025-08-03T22:36:40.332" v="148" actId="26606"/>
          <ac:graphicFrameMkLst>
            <pc:docMk/>
            <pc:sldMk cId="0" sldId="259"/>
            <ac:graphicFrameMk id="5" creationId="{2DBA0C90-077C-A642-89B7-5941283FF3C7}"/>
          </ac:graphicFrameMkLst>
        </pc:graphicFrameChg>
      </pc:sldChg>
      <pc:sldChg chg="addSp delSp modSp mod">
        <pc:chgData name="KRISHNA TEJA MADINEEDI" userId="641e24cc71e51d1d" providerId="LiveId" clId="{154D4FC5-5335-4BAA-9721-228D28B67D37}" dt="2025-08-03T22:37:06.820" v="149" actId="26606"/>
        <pc:sldMkLst>
          <pc:docMk/>
          <pc:sldMk cId="0" sldId="260"/>
        </pc:sldMkLst>
        <pc:spChg chg="del mod">
          <ac:chgData name="KRISHNA TEJA MADINEEDI" userId="641e24cc71e51d1d" providerId="LiveId" clId="{154D4FC5-5335-4BAA-9721-228D28B67D37}" dt="2025-08-03T22:37:06.820" v="149" actId="26606"/>
          <ac:spMkLst>
            <pc:docMk/>
            <pc:sldMk cId="0" sldId="260"/>
            <ac:spMk id="3" creationId="{00000000-0000-0000-0000-000000000000}"/>
          </ac:spMkLst>
        </pc:spChg>
        <pc:graphicFrameChg chg="add">
          <ac:chgData name="KRISHNA TEJA MADINEEDI" userId="641e24cc71e51d1d" providerId="LiveId" clId="{154D4FC5-5335-4BAA-9721-228D28B67D37}" dt="2025-08-03T22:37:06.820" v="149" actId="26606"/>
          <ac:graphicFrameMkLst>
            <pc:docMk/>
            <pc:sldMk cId="0" sldId="260"/>
            <ac:graphicFrameMk id="5" creationId="{D510071B-1176-2A9F-2E77-129A0FB53922}"/>
          </ac:graphicFrameMkLst>
        </pc:graphicFrameChg>
      </pc:sldChg>
      <pc:sldChg chg="addSp delSp modSp mod setBg">
        <pc:chgData name="KRISHNA TEJA MADINEEDI" userId="641e24cc71e51d1d" providerId="LiveId" clId="{154D4FC5-5335-4BAA-9721-228D28B67D37}" dt="2025-08-03T22:37:16.071" v="150" actId="26606"/>
        <pc:sldMkLst>
          <pc:docMk/>
          <pc:sldMk cId="0" sldId="261"/>
        </pc:sldMkLst>
        <pc:spChg chg="mod">
          <ac:chgData name="KRISHNA TEJA MADINEEDI" userId="641e24cc71e51d1d" providerId="LiveId" clId="{154D4FC5-5335-4BAA-9721-228D28B67D37}" dt="2025-08-03T22:37:16.071" v="150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KRISHNA TEJA MADINEEDI" userId="641e24cc71e51d1d" providerId="LiveId" clId="{154D4FC5-5335-4BAA-9721-228D28B67D37}" dt="2025-08-03T22:37:16.071" v="150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KRISHNA TEJA MADINEEDI" userId="641e24cc71e51d1d" providerId="LiveId" clId="{154D4FC5-5335-4BAA-9721-228D28B67D37}" dt="2025-08-03T22:37:16.071" v="150" actId="26606"/>
          <ac:spMkLst>
            <pc:docMk/>
            <pc:sldMk cId="0" sldId="261"/>
            <ac:spMk id="9" creationId="{5C8908E2-EE49-44D2-9428-A28D2312A8D5}"/>
          </ac:spMkLst>
        </pc:spChg>
        <pc:spChg chg="add">
          <ac:chgData name="KRISHNA TEJA MADINEEDI" userId="641e24cc71e51d1d" providerId="LiveId" clId="{154D4FC5-5335-4BAA-9721-228D28B67D37}" dt="2025-08-03T22:37:16.071" v="150" actId="26606"/>
          <ac:spMkLst>
            <pc:docMk/>
            <pc:sldMk cId="0" sldId="261"/>
            <ac:spMk id="15" creationId="{7449A6C7-D15F-4AA5-BFA5-71A404B47016}"/>
          </ac:spMkLst>
        </pc:spChg>
        <pc:spChg chg="add">
          <ac:chgData name="KRISHNA TEJA MADINEEDI" userId="641e24cc71e51d1d" providerId="LiveId" clId="{154D4FC5-5335-4BAA-9721-228D28B67D37}" dt="2025-08-03T22:37:16.071" v="150" actId="26606"/>
          <ac:spMkLst>
            <pc:docMk/>
            <pc:sldMk cId="0" sldId="261"/>
            <ac:spMk id="17" creationId="{ED888B23-07FA-482A-96DF-47E31AF1A603}"/>
          </ac:spMkLst>
        </pc:spChg>
        <pc:grpChg chg="add">
          <ac:chgData name="KRISHNA TEJA MADINEEDI" userId="641e24cc71e51d1d" providerId="LiveId" clId="{154D4FC5-5335-4BAA-9721-228D28B67D37}" dt="2025-08-03T22:37:16.071" v="150" actId="26606"/>
          <ac:grpSpMkLst>
            <pc:docMk/>
            <pc:sldMk cId="0" sldId="261"/>
            <ac:grpSpMk id="11" creationId="{05314994-6337-4875-8CF5-652CAFE8342C}"/>
          </ac:grpSpMkLst>
        </pc:grpChg>
        <pc:graphicFrameChg chg="add">
          <ac:chgData name="KRISHNA TEJA MADINEEDI" userId="641e24cc71e51d1d" providerId="LiveId" clId="{154D4FC5-5335-4BAA-9721-228D28B67D37}" dt="2025-08-03T22:37:16.071" v="150" actId="26606"/>
          <ac:graphicFrameMkLst>
            <pc:docMk/>
            <pc:sldMk cId="0" sldId="261"/>
            <ac:graphicFrameMk id="5" creationId="{8A12714D-C6D6-92F7-86C6-11F113C6EC0C}"/>
          </ac:graphicFrameMkLst>
        </pc:graphicFrameChg>
      </pc:sldChg>
      <pc:sldChg chg="addSp delSp mod">
        <pc:chgData name="KRISHNA TEJA MADINEEDI" userId="641e24cc71e51d1d" providerId="LiveId" clId="{154D4FC5-5335-4BAA-9721-228D28B67D37}" dt="2025-08-03T22:37:46.247" v="151" actId="26606"/>
        <pc:sldMkLst>
          <pc:docMk/>
          <pc:sldMk cId="0" sldId="262"/>
        </pc:sldMkLst>
        <pc:spChg chg="del">
          <ac:chgData name="KRISHNA TEJA MADINEEDI" userId="641e24cc71e51d1d" providerId="LiveId" clId="{154D4FC5-5335-4BAA-9721-228D28B67D37}" dt="2025-08-03T22:37:46.247" v="151" actId="26606"/>
          <ac:spMkLst>
            <pc:docMk/>
            <pc:sldMk cId="0" sldId="262"/>
            <ac:spMk id="3" creationId="{00000000-0000-0000-0000-000000000000}"/>
          </ac:spMkLst>
        </pc:spChg>
        <pc:graphicFrameChg chg="add">
          <ac:chgData name="KRISHNA TEJA MADINEEDI" userId="641e24cc71e51d1d" providerId="LiveId" clId="{154D4FC5-5335-4BAA-9721-228D28B67D37}" dt="2025-08-03T22:37:46.247" v="151" actId="26606"/>
          <ac:graphicFrameMkLst>
            <pc:docMk/>
            <pc:sldMk cId="0" sldId="262"/>
            <ac:graphicFrameMk id="5" creationId="{15DDCB0A-51E7-24A2-DD58-B76878D327A0}"/>
          </ac:graphicFrameMkLst>
        </pc:graphicFrameChg>
      </pc:sldChg>
      <pc:sldChg chg="addSp delSp modSp mod setBg">
        <pc:chgData name="KRISHNA TEJA MADINEEDI" userId="641e24cc71e51d1d" providerId="LiveId" clId="{154D4FC5-5335-4BAA-9721-228D28B67D37}" dt="2025-08-03T22:39:03.489" v="152" actId="26606"/>
        <pc:sldMkLst>
          <pc:docMk/>
          <pc:sldMk cId="0" sldId="263"/>
        </pc:sldMkLst>
        <pc:spChg chg="mod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9" creationId="{BACC6370-2D7E-4714-9D71-7542949D7D5D}"/>
          </ac:spMkLst>
        </pc:spChg>
        <pc:spChg chg="add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11" creationId="{256B2C21-A230-48C0-8DF1-C46611373C44}"/>
          </ac:spMkLst>
        </pc:spChg>
        <pc:spChg chg="add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13" creationId="{3847E18C-932D-4C95-AABA-FEC7C9499AD7}"/>
          </ac:spMkLst>
        </pc:spChg>
        <pc:spChg chg="add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15" creationId="{3150CB11-0C61-439E-910F-5787759E72A0}"/>
          </ac:spMkLst>
        </pc:spChg>
        <pc:spChg chg="add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17" creationId="{43F8A58B-5155-44CE-A5FF-7647B47D0A7A}"/>
          </ac:spMkLst>
        </pc:spChg>
        <pc:spChg chg="add">
          <ac:chgData name="KRISHNA TEJA MADINEEDI" userId="641e24cc71e51d1d" providerId="LiveId" clId="{154D4FC5-5335-4BAA-9721-228D28B67D37}" dt="2025-08-03T22:39:03.489" v="152" actId="26606"/>
          <ac:spMkLst>
            <pc:docMk/>
            <pc:sldMk cId="0" sldId="263"/>
            <ac:spMk id="19" creationId="{443F2ACA-E6D6-4028-82DD-F03C262D5DE6}"/>
          </ac:spMkLst>
        </pc:spChg>
        <pc:graphicFrameChg chg="add">
          <ac:chgData name="KRISHNA TEJA MADINEEDI" userId="641e24cc71e51d1d" providerId="LiveId" clId="{154D4FC5-5335-4BAA-9721-228D28B67D37}" dt="2025-08-03T22:39:03.489" v="152" actId="26606"/>
          <ac:graphicFrameMkLst>
            <pc:docMk/>
            <pc:sldMk cId="0" sldId="263"/>
            <ac:graphicFrameMk id="5" creationId="{47F64E98-F2BA-8A2E-FC66-157F4BF834FF}"/>
          </ac:graphicFrameMkLst>
        </pc:graphicFrameChg>
      </pc:sldChg>
      <pc:sldChg chg="addSp modSp mod setBg">
        <pc:chgData name="KRISHNA TEJA MADINEEDI" userId="641e24cc71e51d1d" providerId="LiveId" clId="{154D4FC5-5335-4BAA-9721-228D28B67D37}" dt="2025-08-03T22:39:27.283" v="153" actId="26606"/>
        <pc:sldMkLst>
          <pc:docMk/>
          <pc:sldMk cId="0" sldId="264"/>
        </pc:sldMkLst>
        <pc:spChg chg="mod">
          <ac:chgData name="KRISHNA TEJA MADINEEDI" userId="641e24cc71e51d1d" providerId="LiveId" clId="{154D4FC5-5335-4BAA-9721-228D28B67D37}" dt="2025-08-03T22:39:27.283" v="153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KRISHNA TEJA MADINEEDI" userId="641e24cc71e51d1d" providerId="LiveId" clId="{154D4FC5-5335-4BAA-9721-228D28B67D37}" dt="2025-08-03T22:39:27.283" v="153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KRISHNA TEJA MADINEEDI" userId="641e24cc71e51d1d" providerId="LiveId" clId="{154D4FC5-5335-4BAA-9721-228D28B67D37}" dt="2025-08-03T22:39:27.283" v="153" actId="26606"/>
          <ac:spMkLst>
            <pc:docMk/>
            <pc:sldMk cId="0" sldId="264"/>
            <ac:spMk id="9" creationId="{C0763A76-9F1C-4FC5-82B7-DD475DA461B2}"/>
          </ac:spMkLst>
        </pc:spChg>
        <pc:spChg chg="add">
          <ac:chgData name="KRISHNA TEJA MADINEEDI" userId="641e24cc71e51d1d" providerId="LiveId" clId="{154D4FC5-5335-4BAA-9721-228D28B67D37}" dt="2025-08-03T22:39:27.283" v="153" actId="26606"/>
          <ac:spMkLst>
            <pc:docMk/>
            <pc:sldMk cId="0" sldId="264"/>
            <ac:spMk id="11" creationId="{E81BF4F6-F2CF-4984-9D14-D6966D92F99F}"/>
          </ac:spMkLst>
        </pc:spChg>
        <pc:picChg chg="add">
          <ac:chgData name="KRISHNA TEJA MADINEEDI" userId="641e24cc71e51d1d" providerId="LiveId" clId="{154D4FC5-5335-4BAA-9721-228D28B67D37}" dt="2025-08-03T22:39:27.283" v="153" actId="26606"/>
          <ac:picMkLst>
            <pc:docMk/>
            <pc:sldMk cId="0" sldId="264"/>
            <ac:picMk id="5" creationId="{431A2C15-361B-DB15-6180-00BADA16BE42}"/>
          </ac:picMkLst>
        </pc:picChg>
      </pc:sldChg>
      <pc:sldChg chg="addSp delSp modSp add mod">
        <pc:chgData name="KRISHNA TEJA MADINEEDI" userId="641e24cc71e51d1d" providerId="LiveId" clId="{154D4FC5-5335-4BAA-9721-228D28B67D37}" dt="2025-08-03T22:33:32.227" v="142" actId="26606"/>
        <pc:sldMkLst>
          <pc:docMk/>
          <pc:sldMk cId="2127076957" sldId="265"/>
        </pc:sldMkLst>
        <pc:spChg chg="add mod">
          <ac:chgData name="KRISHNA TEJA MADINEEDI" userId="641e24cc71e51d1d" providerId="LiveId" clId="{154D4FC5-5335-4BAA-9721-228D28B67D37}" dt="2025-07-30T13:29:16.910" v="11"/>
          <ac:spMkLst>
            <pc:docMk/>
            <pc:sldMk cId="2127076957" sldId="265"/>
            <ac:spMk id="8" creationId="{645E5087-72DD-2880-29A7-C5FA3E869618}"/>
          </ac:spMkLst>
        </pc:spChg>
        <pc:spChg chg="add del mod">
          <ac:chgData name="KRISHNA TEJA MADINEEDI" userId="641e24cc71e51d1d" providerId="LiveId" clId="{154D4FC5-5335-4BAA-9721-228D28B67D37}" dt="2025-08-03T22:33:32.227" v="142" actId="26606"/>
          <ac:spMkLst>
            <pc:docMk/>
            <pc:sldMk cId="2127076957" sldId="265"/>
            <ac:spMk id="9" creationId="{1EBCECD2-B64D-DEB5-9900-4498D1B7F535}"/>
          </ac:spMkLst>
        </pc:spChg>
        <pc:graphicFrameChg chg="add">
          <ac:chgData name="KRISHNA TEJA MADINEEDI" userId="641e24cc71e51d1d" providerId="LiveId" clId="{154D4FC5-5335-4BAA-9721-228D28B67D37}" dt="2025-08-03T22:33:32.227" v="142" actId="26606"/>
          <ac:graphicFrameMkLst>
            <pc:docMk/>
            <pc:sldMk cId="2127076957" sldId="265"/>
            <ac:graphicFrameMk id="11" creationId="{6C7FBD27-70D8-6F18-8429-53A9F60A34BE}"/>
          </ac:graphicFrameMkLst>
        </pc:graphicFrameChg>
      </pc:sldChg>
      <pc:sldChg chg="addSp delSp modSp add mod setBg">
        <pc:chgData name="KRISHNA TEJA MADINEEDI" userId="641e24cc71e51d1d" providerId="LiveId" clId="{154D4FC5-5335-4BAA-9721-228D28B67D37}" dt="2025-08-03T22:36:27.370" v="147" actId="26606"/>
        <pc:sldMkLst>
          <pc:docMk/>
          <pc:sldMk cId="1082102943" sldId="266"/>
        </pc:sldMkLst>
        <pc:spChg chg="mo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2" creationId="{A927F59C-EC08-B2C3-F99A-688BD2EF2966}"/>
          </ac:spMkLst>
        </pc:spChg>
        <pc:spChg chg="del mo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3" creationId="{A5C5C177-52B0-56F1-BC55-97E242344CF2}"/>
          </ac:spMkLst>
        </pc:spChg>
        <pc:spChg chg="ad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9" creationId="{BACC6370-2D7E-4714-9D71-7542949D7D5D}"/>
          </ac:spMkLst>
        </pc:spChg>
        <pc:spChg chg="ad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11" creationId="{256B2C21-A230-48C0-8DF1-C46611373C44}"/>
          </ac:spMkLst>
        </pc:spChg>
        <pc:spChg chg="ad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13" creationId="{3847E18C-932D-4C95-AABA-FEC7C9499AD7}"/>
          </ac:spMkLst>
        </pc:spChg>
        <pc:spChg chg="ad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15" creationId="{3150CB11-0C61-439E-910F-5787759E72A0}"/>
          </ac:spMkLst>
        </pc:spChg>
        <pc:spChg chg="ad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17" creationId="{43F8A58B-5155-44CE-A5FF-7647B47D0A7A}"/>
          </ac:spMkLst>
        </pc:spChg>
        <pc:spChg chg="add">
          <ac:chgData name="KRISHNA TEJA MADINEEDI" userId="641e24cc71e51d1d" providerId="LiveId" clId="{154D4FC5-5335-4BAA-9721-228D28B67D37}" dt="2025-08-03T22:36:27.370" v="147" actId="26606"/>
          <ac:spMkLst>
            <pc:docMk/>
            <pc:sldMk cId="1082102943" sldId="266"/>
            <ac:spMk id="19" creationId="{443F2ACA-E6D6-4028-82DD-F03C262D5DE6}"/>
          </ac:spMkLst>
        </pc:spChg>
        <pc:graphicFrameChg chg="add">
          <ac:chgData name="KRISHNA TEJA MADINEEDI" userId="641e24cc71e51d1d" providerId="LiveId" clId="{154D4FC5-5335-4BAA-9721-228D28B67D37}" dt="2025-08-03T22:36:27.370" v="147" actId="26606"/>
          <ac:graphicFrameMkLst>
            <pc:docMk/>
            <pc:sldMk cId="1082102943" sldId="266"/>
            <ac:graphicFrameMk id="5" creationId="{6206EA1B-E7A6-43AA-9986-0E257FACEE1A}"/>
          </ac:graphicFrameMkLst>
        </pc:graphicFrameChg>
      </pc:sldChg>
      <pc:sldChg chg="addSp delSp modSp new mod setBg">
        <pc:chgData name="KRISHNA TEJA MADINEEDI" userId="641e24cc71e51d1d" providerId="LiveId" clId="{154D4FC5-5335-4BAA-9721-228D28B67D37}" dt="2025-08-04T13:45:19.411" v="209" actId="14100"/>
        <pc:sldMkLst>
          <pc:docMk/>
          <pc:sldMk cId="2663952986" sldId="267"/>
        </pc:sldMkLst>
        <pc:spChg chg="add mod">
          <ac:chgData name="KRISHNA TEJA MADINEEDI" userId="641e24cc71e51d1d" providerId="LiveId" clId="{154D4FC5-5335-4BAA-9721-228D28B67D37}" dt="2025-08-04T13:44:57.793" v="206" actId="26606"/>
          <ac:spMkLst>
            <pc:docMk/>
            <pc:sldMk cId="2663952986" sldId="267"/>
            <ac:spMk id="4" creationId="{8EFA501D-1F47-1515-1192-AF0497957750}"/>
          </ac:spMkLst>
        </pc:spChg>
        <pc:spChg chg="add del">
          <ac:chgData name="KRISHNA TEJA MADINEEDI" userId="641e24cc71e51d1d" providerId="LiveId" clId="{154D4FC5-5335-4BAA-9721-228D28B67D37}" dt="2025-08-04T13:44:57.793" v="206" actId="26606"/>
          <ac:spMkLst>
            <pc:docMk/>
            <pc:sldMk cId="2663952986" sldId="267"/>
            <ac:spMk id="8" creationId="{AB8C311F-7253-4AED-9701-7FC0708C41C7}"/>
          </ac:spMkLst>
        </pc:spChg>
        <pc:spChg chg="add del">
          <ac:chgData name="KRISHNA TEJA MADINEEDI" userId="641e24cc71e51d1d" providerId="LiveId" clId="{154D4FC5-5335-4BAA-9721-228D28B67D37}" dt="2025-08-04T13:44:57.793" v="206" actId="26606"/>
          <ac:spMkLst>
            <pc:docMk/>
            <pc:sldMk cId="2663952986" sldId="267"/>
            <ac:spMk id="10" creationId="{E2384209-CB15-4CDF-9D31-C44FD9A3F20D}"/>
          </ac:spMkLst>
        </pc:spChg>
        <pc:spChg chg="add del">
          <ac:chgData name="KRISHNA TEJA MADINEEDI" userId="641e24cc71e51d1d" providerId="LiveId" clId="{154D4FC5-5335-4BAA-9721-228D28B67D37}" dt="2025-08-04T13:44:57.793" v="206" actId="26606"/>
          <ac:spMkLst>
            <pc:docMk/>
            <pc:sldMk cId="2663952986" sldId="267"/>
            <ac:spMk id="12" creationId="{2633B3B5-CC90-43F0-8714-D31D1F3F0209}"/>
          </ac:spMkLst>
        </pc:spChg>
        <pc:spChg chg="add del">
          <ac:chgData name="KRISHNA TEJA MADINEEDI" userId="641e24cc71e51d1d" providerId="LiveId" clId="{154D4FC5-5335-4BAA-9721-228D28B67D37}" dt="2025-08-04T13:44:57.793" v="206" actId="26606"/>
          <ac:spMkLst>
            <pc:docMk/>
            <pc:sldMk cId="2663952986" sldId="267"/>
            <ac:spMk id="14" creationId="{A8D57A06-A426-446D-B02C-A2DC6B62E45E}"/>
          </ac:spMkLst>
        </pc:spChg>
        <pc:spChg chg="add">
          <ac:chgData name="KRISHNA TEJA MADINEEDI" userId="641e24cc71e51d1d" providerId="LiveId" clId="{154D4FC5-5335-4BAA-9721-228D28B67D37}" dt="2025-08-04T13:44:57.793" v="206" actId="26606"/>
          <ac:spMkLst>
            <pc:docMk/>
            <pc:sldMk cId="2663952986" sldId="267"/>
            <ac:spMk id="19" creationId="{33ADEAE5-B080-4DEC-819A-00E41A93F881}"/>
          </ac:spMkLst>
        </pc:spChg>
        <pc:spChg chg="add">
          <ac:chgData name="KRISHNA TEJA MADINEEDI" userId="641e24cc71e51d1d" providerId="LiveId" clId="{154D4FC5-5335-4BAA-9721-228D28B67D37}" dt="2025-08-04T13:44:57.793" v="206" actId="26606"/>
          <ac:spMkLst>
            <pc:docMk/>
            <pc:sldMk cId="2663952986" sldId="267"/>
            <ac:spMk id="21" creationId="{D9FB580A-BA0E-4D5E-90F4-C42767A78389}"/>
          </ac:spMkLst>
        </pc:spChg>
        <pc:picChg chg="add mod ord">
          <ac:chgData name="KRISHNA TEJA MADINEEDI" userId="641e24cc71e51d1d" providerId="LiveId" clId="{154D4FC5-5335-4BAA-9721-228D28B67D37}" dt="2025-08-04T13:45:19.411" v="209" actId="14100"/>
          <ac:picMkLst>
            <pc:docMk/>
            <pc:sldMk cId="2663952986" sldId="267"/>
            <ac:picMk id="3" creationId="{84867C16-05F2-4BC0-CFE6-E34003F98F74}"/>
          </ac:picMkLst>
        </pc:picChg>
      </pc:sldChg>
      <pc:sldChg chg="addSp modSp new mod ord setBg">
        <pc:chgData name="KRISHNA TEJA MADINEEDI" userId="641e24cc71e51d1d" providerId="LiveId" clId="{154D4FC5-5335-4BAA-9721-228D28B67D37}" dt="2025-08-04T13:42:03.568" v="184"/>
        <pc:sldMkLst>
          <pc:docMk/>
          <pc:sldMk cId="701311789" sldId="268"/>
        </pc:sldMkLst>
        <pc:spChg chg="add">
          <ac:chgData name="KRISHNA TEJA MADINEEDI" userId="641e24cc71e51d1d" providerId="LiveId" clId="{154D4FC5-5335-4BAA-9721-228D28B67D37}" dt="2025-08-04T13:41:39.044" v="178" actId="26606"/>
          <ac:spMkLst>
            <pc:docMk/>
            <pc:sldMk cId="701311789" sldId="268"/>
            <ac:spMk id="14" creationId="{417CDA24-35F8-4540-8C52-3096D6D94949}"/>
          </ac:spMkLst>
        </pc:spChg>
        <pc:spChg chg="add">
          <ac:chgData name="KRISHNA TEJA MADINEEDI" userId="641e24cc71e51d1d" providerId="LiveId" clId="{154D4FC5-5335-4BAA-9721-228D28B67D37}" dt="2025-08-04T13:41:39.044" v="178" actId="26606"/>
          <ac:spMkLst>
            <pc:docMk/>
            <pc:sldMk cId="701311789" sldId="268"/>
            <ac:spMk id="16" creationId="{8658BFE0-4E65-4174-9C75-687C94E88273}"/>
          </ac:spMkLst>
        </pc:spChg>
        <pc:spChg chg="add">
          <ac:chgData name="KRISHNA TEJA MADINEEDI" userId="641e24cc71e51d1d" providerId="LiveId" clId="{154D4FC5-5335-4BAA-9721-228D28B67D37}" dt="2025-08-04T13:41:39.044" v="178" actId="26606"/>
          <ac:spMkLst>
            <pc:docMk/>
            <pc:sldMk cId="701311789" sldId="268"/>
            <ac:spMk id="18" creationId="{FA75DFED-A0C1-4A83-BE1D-0271C1826EF6}"/>
          </ac:spMkLst>
        </pc:spChg>
        <pc:picChg chg="add mod">
          <ac:chgData name="KRISHNA TEJA MADINEEDI" userId="641e24cc71e51d1d" providerId="LiveId" clId="{154D4FC5-5335-4BAA-9721-228D28B67D37}" dt="2025-08-04T13:41:45.551" v="182" actId="27614"/>
          <ac:picMkLst>
            <pc:docMk/>
            <pc:sldMk cId="701311789" sldId="268"/>
            <ac:picMk id="3" creationId="{B344C54D-0205-8DB1-C783-9E214742BE86}"/>
          </ac:picMkLst>
        </pc:picChg>
        <pc:picChg chg="add mod">
          <ac:chgData name="KRISHNA TEJA MADINEEDI" userId="641e24cc71e51d1d" providerId="LiveId" clId="{154D4FC5-5335-4BAA-9721-228D28B67D37}" dt="2025-08-04T13:41:45.280" v="180" actId="27614"/>
          <ac:picMkLst>
            <pc:docMk/>
            <pc:sldMk cId="701311789" sldId="268"/>
            <ac:picMk id="5" creationId="{0864B5D8-8A3E-2543-CE0E-880F195FCF94}"/>
          </ac:picMkLst>
        </pc:picChg>
        <pc:picChg chg="add mod ord">
          <ac:chgData name="KRISHNA TEJA MADINEEDI" userId="641e24cc71e51d1d" providerId="LiveId" clId="{154D4FC5-5335-4BAA-9721-228D28B67D37}" dt="2025-08-04T13:41:45.470" v="181" actId="27614"/>
          <ac:picMkLst>
            <pc:docMk/>
            <pc:sldMk cId="701311789" sldId="268"/>
            <ac:picMk id="7" creationId="{A88FFE66-E981-F0C0-AA03-C13F97707EEA}"/>
          </ac:picMkLst>
        </pc:picChg>
        <pc:picChg chg="add mod">
          <ac:chgData name="KRISHNA TEJA MADINEEDI" userId="641e24cc71e51d1d" providerId="LiveId" clId="{154D4FC5-5335-4BAA-9721-228D28B67D37}" dt="2025-08-04T13:41:45.274" v="179" actId="27614"/>
          <ac:picMkLst>
            <pc:docMk/>
            <pc:sldMk cId="701311789" sldId="268"/>
            <ac:picMk id="9" creationId="{F5CBFFD3-C627-F450-82B8-69E228FF6584}"/>
          </ac:picMkLst>
        </pc:picChg>
      </pc:sldChg>
      <pc:sldChg chg="addSp delSp modSp new mod setBg">
        <pc:chgData name="KRISHNA TEJA MADINEEDI" userId="641e24cc71e51d1d" providerId="LiveId" clId="{154D4FC5-5335-4BAA-9721-228D28B67D37}" dt="2025-08-04T13:44:46.486" v="205" actId="26606"/>
        <pc:sldMkLst>
          <pc:docMk/>
          <pc:sldMk cId="24131780" sldId="269"/>
        </pc:sldMkLst>
        <pc:spChg chg="add del">
          <ac:chgData name="KRISHNA TEJA MADINEEDI" userId="641e24cc71e51d1d" providerId="LiveId" clId="{154D4FC5-5335-4BAA-9721-228D28B67D37}" dt="2025-08-04T13:42:34.513" v="188" actId="26606"/>
          <ac:spMkLst>
            <pc:docMk/>
            <pc:sldMk cId="24131780" sldId="269"/>
            <ac:spMk id="8" creationId="{F3060C83-F051-4F0E-ABAD-AA0DFC48B218}"/>
          </ac:spMkLst>
        </pc:spChg>
        <pc:spChg chg="add del">
          <ac:chgData name="KRISHNA TEJA MADINEEDI" userId="641e24cc71e51d1d" providerId="LiveId" clId="{154D4FC5-5335-4BAA-9721-228D28B67D37}" dt="2025-08-04T13:42:34.513" v="188" actId="26606"/>
          <ac:spMkLst>
            <pc:docMk/>
            <pc:sldMk cId="24131780" sldId="269"/>
            <ac:spMk id="10" creationId="{83C98ABE-055B-441F-B07E-44F97F083C39}"/>
          </ac:spMkLst>
        </pc:spChg>
        <pc:spChg chg="add del">
          <ac:chgData name="KRISHNA TEJA MADINEEDI" userId="641e24cc71e51d1d" providerId="LiveId" clId="{154D4FC5-5335-4BAA-9721-228D28B67D37}" dt="2025-08-04T13:42:34.513" v="188" actId="26606"/>
          <ac:spMkLst>
            <pc:docMk/>
            <pc:sldMk cId="24131780" sldId="269"/>
            <ac:spMk id="12" creationId="{29FDB030-9B49-4CED-8CCD-4D99382388AC}"/>
          </ac:spMkLst>
        </pc:spChg>
        <pc:spChg chg="add del">
          <ac:chgData name="KRISHNA TEJA MADINEEDI" userId="641e24cc71e51d1d" providerId="LiveId" clId="{154D4FC5-5335-4BAA-9721-228D28B67D37}" dt="2025-08-04T13:42:34.513" v="188" actId="26606"/>
          <ac:spMkLst>
            <pc:docMk/>
            <pc:sldMk cId="24131780" sldId="269"/>
            <ac:spMk id="14" creationId="{3783CA14-24A1-485C-8B30-D6A5D87987AD}"/>
          </ac:spMkLst>
        </pc:spChg>
        <pc:spChg chg="add del">
          <ac:chgData name="KRISHNA TEJA MADINEEDI" userId="641e24cc71e51d1d" providerId="LiveId" clId="{154D4FC5-5335-4BAA-9721-228D28B67D37}" dt="2025-08-04T13:42:34.513" v="188" actId="26606"/>
          <ac:spMkLst>
            <pc:docMk/>
            <pc:sldMk cId="24131780" sldId="269"/>
            <ac:spMk id="16" creationId="{9A97C86A-04D6-40F7-AE84-31AB43E6A846}"/>
          </ac:spMkLst>
        </pc:spChg>
        <pc:spChg chg="add del">
          <ac:chgData name="KRISHNA TEJA MADINEEDI" userId="641e24cc71e51d1d" providerId="LiveId" clId="{154D4FC5-5335-4BAA-9721-228D28B67D37}" dt="2025-08-04T13:42:34.513" v="188" actId="26606"/>
          <ac:spMkLst>
            <pc:docMk/>
            <pc:sldMk cId="24131780" sldId="269"/>
            <ac:spMk id="18" creationId="{FF9F2414-84E8-453E-B1F3-389FDE8192D9}"/>
          </ac:spMkLst>
        </pc:spChg>
        <pc:spChg chg="add del">
          <ac:chgData name="KRISHNA TEJA MADINEEDI" userId="641e24cc71e51d1d" providerId="LiveId" clId="{154D4FC5-5335-4BAA-9721-228D28B67D37}" dt="2025-08-04T13:42:34.513" v="188" actId="26606"/>
          <ac:spMkLst>
            <pc:docMk/>
            <pc:sldMk cId="24131780" sldId="269"/>
            <ac:spMk id="20" creationId="{3ECA69A1-7536-43AC-85EF-C7106179F5ED}"/>
          </ac:spMkLst>
        </pc:spChg>
        <pc:spChg chg="add del">
          <ac:chgData name="KRISHNA TEJA MADINEEDI" userId="641e24cc71e51d1d" providerId="LiveId" clId="{154D4FC5-5335-4BAA-9721-228D28B67D37}" dt="2025-08-04T13:44:46.486" v="205" actId="26606"/>
          <ac:spMkLst>
            <pc:docMk/>
            <pc:sldMk cId="24131780" sldId="269"/>
            <ac:spMk id="22" creationId="{AB8C311F-7253-4AED-9701-7FC0708C41C7}"/>
          </ac:spMkLst>
        </pc:spChg>
        <pc:spChg chg="add del">
          <ac:chgData name="KRISHNA TEJA MADINEEDI" userId="641e24cc71e51d1d" providerId="LiveId" clId="{154D4FC5-5335-4BAA-9721-228D28B67D37}" dt="2025-08-04T13:44:46.486" v="205" actId="26606"/>
          <ac:spMkLst>
            <pc:docMk/>
            <pc:sldMk cId="24131780" sldId="269"/>
            <ac:spMk id="23" creationId="{E2384209-CB15-4CDF-9D31-C44FD9A3F20D}"/>
          </ac:spMkLst>
        </pc:spChg>
        <pc:spChg chg="add del">
          <ac:chgData name="KRISHNA TEJA MADINEEDI" userId="641e24cc71e51d1d" providerId="LiveId" clId="{154D4FC5-5335-4BAA-9721-228D28B67D37}" dt="2025-08-04T13:44:46.486" v="205" actId="26606"/>
          <ac:spMkLst>
            <pc:docMk/>
            <pc:sldMk cId="24131780" sldId="269"/>
            <ac:spMk id="24" creationId="{2633B3B5-CC90-43F0-8714-D31D1F3F0209}"/>
          </ac:spMkLst>
        </pc:spChg>
        <pc:spChg chg="add del">
          <ac:chgData name="KRISHNA TEJA MADINEEDI" userId="641e24cc71e51d1d" providerId="LiveId" clId="{154D4FC5-5335-4BAA-9721-228D28B67D37}" dt="2025-08-04T13:44:46.486" v="205" actId="26606"/>
          <ac:spMkLst>
            <pc:docMk/>
            <pc:sldMk cId="24131780" sldId="269"/>
            <ac:spMk id="25" creationId="{A8D57A06-A426-446D-B02C-A2DC6B62E45E}"/>
          </ac:spMkLst>
        </pc:spChg>
        <pc:spChg chg="add del">
          <ac:chgData name="KRISHNA TEJA MADINEEDI" userId="641e24cc71e51d1d" providerId="LiveId" clId="{154D4FC5-5335-4BAA-9721-228D28B67D37}" dt="2025-08-04T13:44:46.486" v="204" actId="26606"/>
          <ac:spMkLst>
            <pc:docMk/>
            <pc:sldMk cId="24131780" sldId="269"/>
            <ac:spMk id="30" creationId="{C7D023E4-8DE1-436E-9847-ED6A4B4B04FD}"/>
          </ac:spMkLst>
        </pc:spChg>
        <pc:spChg chg="add del">
          <ac:chgData name="KRISHNA TEJA MADINEEDI" userId="641e24cc71e51d1d" providerId="LiveId" clId="{154D4FC5-5335-4BAA-9721-228D28B67D37}" dt="2025-08-04T13:44:46.486" v="204" actId="26606"/>
          <ac:spMkLst>
            <pc:docMk/>
            <pc:sldMk cId="24131780" sldId="269"/>
            <ac:spMk id="32" creationId="{8B2B1708-8CE4-4A20-94F5-55118AE2CBD7}"/>
          </ac:spMkLst>
        </pc:spChg>
        <pc:spChg chg="add">
          <ac:chgData name="KRISHNA TEJA MADINEEDI" userId="641e24cc71e51d1d" providerId="LiveId" clId="{154D4FC5-5335-4BAA-9721-228D28B67D37}" dt="2025-08-04T13:44:46.486" v="205" actId="26606"/>
          <ac:spMkLst>
            <pc:docMk/>
            <pc:sldMk cId="24131780" sldId="269"/>
            <ac:spMk id="47" creationId="{16B067B1-F4E5-4FDF-813D-C9E872E80075}"/>
          </ac:spMkLst>
        </pc:spChg>
        <pc:grpChg chg="add del">
          <ac:chgData name="KRISHNA TEJA MADINEEDI" userId="641e24cc71e51d1d" providerId="LiveId" clId="{154D4FC5-5335-4BAA-9721-228D28B67D37}" dt="2025-08-04T13:44:46.486" v="204" actId="26606"/>
          <ac:grpSpMkLst>
            <pc:docMk/>
            <pc:sldMk cId="24131780" sldId="269"/>
            <ac:grpSpMk id="34" creationId="{EC2D6DD8-FAD6-401D-9DE6-71DD04C980F3}"/>
          </ac:grpSpMkLst>
        </pc:grpChg>
        <pc:grpChg chg="add del">
          <ac:chgData name="KRISHNA TEJA MADINEEDI" userId="641e24cc71e51d1d" providerId="LiveId" clId="{154D4FC5-5335-4BAA-9721-228D28B67D37}" dt="2025-08-04T13:44:46.486" v="204" actId="26606"/>
          <ac:grpSpMkLst>
            <pc:docMk/>
            <pc:sldMk cId="24131780" sldId="269"/>
            <ac:grpSpMk id="38" creationId="{43F5E015-E085-4624-B431-B42414448684}"/>
          </ac:grpSpMkLst>
        </pc:grpChg>
        <pc:picChg chg="add mod">
          <ac:chgData name="KRISHNA TEJA MADINEEDI" userId="641e24cc71e51d1d" providerId="LiveId" clId="{154D4FC5-5335-4BAA-9721-228D28B67D37}" dt="2025-08-04T13:44:46.486" v="205" actId="26606"/>
          <ac:picMkLst>
            <pc:docMk/>
            <pc:sldMk cId="24131780" sldId="269"/>
            <ac:picMk id="3" creationId="{5F43E747-A48A-6CD0-88DD-E9DA07E4FE87}"/>
          </ac:picMkLst>
        </pc:pic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8.svg"/><Relationship Id="rId5" Type="http://schemas.openxmlformats.org/officeDocument/2006/relationships/image" Target="../media/image1.png"/><Relationship Id="rId4" Type="http://schemas.openxmlformats.org/officeDocument/2006/relationships/image" Target="../media/image1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8.svg"/><Relationship Id="rId5" Type="http://schemas.openxmlformats.org/officeDocument/2006/relationships/image" Target="../media/image1.png"/><Relationship Id="rId4" Type="http://schemas.openxmlformats.org/officeDocument/2006/relationships/image" Target="../media/image1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43F0AE-0EAA-4B1E-89B6-EE2CEE18EF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853D5A8-D747-487D-A565-95A3DD3826C3}">
      <dgm:prSet/>
      <dgm:spPr/>
      <dgm:t>
        <a:bodyPr/>
        <a:lstStyle/>
        <a:p>
          <a:r>
            <a:rPr lang="en-US"/>
            <a:t>Financial fraud causes billions in annual losses.</a:t>
          </a:r>
        </a:p>
      </dgm:t>
    </dgm:pt>
    <dgm:pt modelId="{65EC3E69-6EE2-48E5-9699-9C408C53A2F2}" type="parTrans" cxnId="{B70193A6-6507-4496-B25E-9E7072A4D267}">
      <dgm:prSet/>
      <dgm:spPr/>
      <dgm:t>
        <a:bodyPr/>
        <a:lstStyle/>
        <a:p>
          <a:endParaRPr lang="en-US"/>
        </a:p>
      </dgm:t>
    </dgm:pt>
    <dgm:pt modelId="{988A4E79-61D9-4FF0-A416-F9CBA8617852}" type="sibTrans" cxnId="{B70193A6-6507-4496-B25E-9E7072A4D267}">
      <dgm:prSet/>
      <dgm:spPr/>
      <dgm:t>
        <a:bodyPr/>
        <a:lstStyle/>
        <a:p>
          <a:endParaRPr lang="en-US"/>
        </a:p>
      </dgm:t>
    </dgm:pt>
    <dgm:pt modelId="{ED6E0C8C-F254-42C2-BC75-363791F326D4}">
      <dgm:prSet/>
      <dgm:spPr/>
      <dgm:t>
        <a:bodyPr/>
        <a:lstStyle/>
        <a:p>
          <a:r>
            <a:rPr lang="en-US"/>
            <a:t>- Detecting fraud in real-time is a major challenge.</a:t>
          </a:r>
        </a:p>
      </dgm:t>
    </dgm:pt>
    <dgm:pt modelId="{DBE03421-7970-4117-84F8-5EA284803211}" type="parTrans" cxnId="{C43BFD31-DF80-4014-A176-E36D2A765771}">
      <dgm:prSet/>
      <dgm:spPr/>
      <dgm:t>
        <a:bodyPr/>
        <a:lstStyle/>
        <a:p>
          <a:endParaRPr lang="en-US"/>
        </a:p>
      </dgm:t>
    </dgm:pt>
    <dgm:pt modelId="{334DC2A9-5F85-46D7-A7CA-1E55C3FFF88A}" type="sibTrans" cxnId="{C43BFD31-DF80-4014-A176-E36D2A765771}">
      <dgm:prSet/>
      <dgm:spPr/>
      <dgm:t>
        <a:bodyPr/>
        <a:lstStyle/>
        <a:p>
          <a:endParaRPr lang="en-US"/>
        </a:p>
      </dgm:t>
    </dgm:pt>
    <dgm:pt modelId="{7CB3C6EE-650A-4408-BE60-8E51975D0AD0}">
      <dgm:prSet/>
      <dgm:spPr/>
      <dgm:t>
        <a:bodyPr/>
        <a:lstStyle/>
        <a:p>
          <a:r>
            <a:rPr lang="en-US"/>
            <a:t>- Our goal: **Build a machine learning model** to identify fraudulent transactions.</a:t>
          </a:r>
        </a:p>
      </dgm:t>
    </dgm:pt>
    <dgm:pt modelId="{1128F6E3-3257-413A-B4D9-E45D958822A8}" type="parTrans" cxnId="{98C4E4F0-B21A-4E61-B0C3-FCD12BB95859}">
      <dgm:prSet/>
      <dgm:spPr/>
      <dgm:t>
        <a:bodyPr/>
        <a:lstStyle/>
        <a:p>
          <a:endParaRPr lang="en-US"/>
        </a:p>
      </dgm:t>
    </dgm:pt>
    <dgm:pt modelId="{3A726679-1329-49D3-8E8A-36F852DD862C}" type="sibTrans" cxnId="{98C4E4F0-B21A-4E61-B0C3-FCD12BB95859}">
      <dgm:prSet/>
      <dgm:spPr/>
      <dgm:t>
        <a:bodyPr/>
        <a:lstStyle/>
        <a:p>
          <a:endParaRPr lang="en-US"/>
        </a:p>
      </dgm:t>
    </dgm:pt>
    <dgm:pt modelId="{566CA740-4854-46E3-AAAD-54AC69F8C823}" type="pres">
      <dgm:prSet presAssocID="{9A43F0AE-0EAA-4B1E-89B6-EE2CEE18EFD8}" presName="linear" presStyleCnt="0">
        <dgm:presLayoutVars>
          <dgm:animLvl val="lvl"/>
          <dgm:resizeHandles val="exact"/>
        </dgm:presLayoutVars>
      </dgm:prSet>
      <dgm:spPr/>
    </dgm:pt>
    <dgm:pt modelId="{927B6F48-8F55-44CA-9953-D0B051244CE6}" type="pres">
      <dgm:prSet presAssocID="{0853D5A8-D747-487D-A565-95A3DD3826C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3D2734A2-6BBE-4D43-8E97-F79F06D765ED}" type="pres">
      <dgm:prSet presAssocID="{988A4E79-61D9-4FF0-A416-F9CBA8617852}" presName="spacer" presStyleCnt="0"/>
      <dgm:spPr/>
    </dgm:pt>
    <dgm:pt modelId="{BA81E4F2-60B8-4647-B37F-DCFF842EFEF0}" type="pres">
      <dgm:prSet presAssocID="{ED6E0C8C-F254-42C2-BC75-363791F326D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5E45784-F2B8-4E58-AB82-F0BF4B1607B3}" type="pres">
      <dgm:prSet presAssocID="{334DC2A9-5F85-46D7-A7CA-1E55C3FFF88A}" presName="spacer" presStyleCnt="0"/>
      <dgm:spPr/>
    </dgm:pt>
    <dgm:pt modelId="{2457468F-C545-4101-8C7D-FB41FBB0C792}" type="pres">
      <dgm:prSet presAssocID="{7CB3C6EE-650A-4408-BE60-8E51975D0AD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37CB91E-B5D3-4D6D-BB90-8BBBC405416E}" type="presOf" srcId="{ED6E0C8C-F254-42C2-BC75-363791F326D4}" destId="{BA81E4F2-60B8-4647-B37F-DCFF842EFEF0}" srcOrd="0" destOrd="0" presId="urn:microsoft.com/office/officeart/2005/8/layout/vList2"/>
    <dgm:cxn modelId="{26EDD923-1272-4B46-A4D7-529B422D71DD}" type="presOf" srcId="{9A43F0AE-0EAA-4B1E-89B6-EE2CEE18EFD8}" destId="{566CA740-4854-46E3-AAAD-54AC69F8C823}" srcOrd="0" destOrd="0" presId="urn:microsoft.com/office/officeart/2005/8/layout/vList2"/>
    <dgm:cxn modelId="{C43BFD31-DF80-4014-A176-E36D2A765771}" srcId="{9A43F0AE-0EAA-4B1E-89B6-EE2CEE18EFD8}" destId="{ED6E0C8C-F254-42C2-BC75-363791F326D4}" srcOrd="1" destOrd="0" parTransId="{DBE03421-7970-4117-84F8-5EA284803211}" sibTransId="{334DC2A9-5F85-46D7-A7CA-1E55C3FFF88A}"/>
    <dgm:cxn modelId="{A1397363-13A0-4BFB-B00F-A2BEE6B11C77}" type="presOf" srcId="{0853D5A8-D747-487D-A565-95A3DD3826C3}" destId="{927B6F48-8F55-44CA-9953-D0B051244CE6}" srcOrd="0" destOrd="0" presId="urn:microsoft.com/office/officeart/2005/8/layout/vList2"/>
    <dgm:cxn modelId="{D460C449-B9BC-417D-AB40-A9E7BA1BBCB0}" type="presOf" srcId="{7CB3C6EE-650A-4408-BE60-8E51975D0AD0}" destId="{2457468F-C545-4101-8C7D-FB41FBB0C792}" srcOrd="0" destOrd="0" presId="urn:microsoft.com/office/officeart/2005/8/layout/vList2"/>
    <dgm:cxn modelId="{B70193A6-6507-4496-B25E-9E7072A4D267}" srcId="{9A43F0AE-0EAA-4B1E-89B6-EE2CEE18EFD8}" destId="{0853D5A8-D747-487D-A565-95A3DD3826C3}" srcOrd="0" destOrd="0" parTransId="{65EC3E69-6EE2-48E5-9699-9C408C53A2F2}" sibTransId="{988A4E79-61D9-4FF0-A416-F9CBA8617852}"/>
    <dgm:cxn modelId="{98C4E4F0-B21A-4E61-B0C3-FCD12BB95859}" srcId="{9A43F0AE-0EAA-4B1E-89B6-EE2CEE18EFD8}" destId="{7CB3C6EE-650A-4408-BE60-8E51975D0AD0}" srcOrd="2" destOrd="0" parTransId="{1128F6E3-3257-413A-B4D9-E45D958822A8}" sibTransId="{3A726679-1329-49D3-8E8A-36F852DD862C}"/>
    <dgm:cxn modelId="{DD122127-0E5D-4444-ADE7-CCC822E0A4AA}" type="presParOf" srcId="{566CA740-4854-46E3-AAAD-54AC69F8C823}" destId="{927B6F48-8F55-44CA-9953-D0B051244CE6}" srcOrd="0" destOrd="0" presId="urn:microsoft.com/office/officeart/2005/8/layout/vList2"/>
    <dgm:cxn modelId="{2DBE6CA3-E737-4D2B-BB6A-26C14FB6F6A0}" type="presParOf" srcId="{566CA740-4854-46E3-AAAD-54AC69F8C823}" destId="{3D2734A2-6BBE-4D43-8E97-F79F06D765ED}" srcOrd="1" destOrd="0" presId="urn:microsoft.com/office/officeart/2005/8/layout/vList2"/>
    <dgm:cxn modelId="{C632D594-87CA-4806-B090-C93ADCB7D1BC}" type="presParOf" srcId="{566CA740-4854-46E3-AAAD-54AC69F8C823}" destId="{BA81E4F2-60B8-4647-B37F-DCFF842EFEF0}" srcOrd="2" destOrd="0" presId="urn:microsoft.com/office/officeart/2005/8/layout/vList2"/>
    <dgm:cxn modelId="{E41C8005-F01B-4817-9C76-9B2D59CA87AB}" type="presParOf" srcId="{566CA740-4854-46E3-AAAD-54AC69F8C823}" destId="{C5E45784-F2B8-4E58-AB82-F0BF4B1607B3}" srcOrd="3" destOrd="0" presId="urn:microsoft.com/office/officeart/2005/8/layout/vList2"/>
    <dgm:cxn modelId="{3667DDF9-67E8-4EF3-BAA6-0C008E53581C}" type="presParOf" srcId="{566CA740-4854-46E3-AAAD-54AC69F8C823}" destId="{2457468F-C545-4101-8C7D-FB41FBB0C79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77435B2-E11B-45E4-BD3A-06882D08A86E}" type="doc">
      <dgm:prSet loTypeId="urn:microsoft.com/office/officeart/2016/7/layout/VerticalHollow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FDABA68-5326-44C2-A713-36497233FD20}">
      <dgm:prSet/>
      <dgm:spPr/>
      <dgm:t>
        <a:bodyPr/>
        <a:lstStyle/>
        <a:p>
          <a:r>
            <a:rPr lang="en-US"/>
            <a:t>Source</a:t>
          </a:r>
        </a:p>
      </dgm:t>
    </dgm:pt>
    <dgm:pt modelId="{30D27BDF-8137-40A0-8232-59DA6EA6E888}" type="parTrans" cxnId="{58FBAE41-C3A1-4248-821A-AA77A7CA0A6A}">
      <dgm:prSet/>
      <dgm:spPr/>
      <dgm:t>
        <a:bodyPr/>
        <a:lstStyle/>
        <a:p>
          <a:endParaRPr lang="en-US"/>
        </a:p>
      </dgm:t>
    </dgm:pt>
    <dgm:pt modelId="{2B115C15-0360-4EA5-8B7A-0C8B595D3A56}" type="sibTrans" cxnId="{58FBAE41-C3A1-4248-821A-AA77A7CA0A6A}">
      <dgm:prSet/>
      <dgm:spPr/>
      <dgm:t>
        <a:bodyPr/>
        <a:lstStyle/>
        <a:p>
          <a:endParaRPr lang="en-US"/>
        </a:p>
      </dgm:t>
    </dgm:pt>
    <dgm:pt modelId="{25DD04E5-3EC8-420F-A470-7E379A7F1692}">
      <dgm:prSet/>
      <dgm:spPr/>
      <dgm:t>
        <a:bodyPr/>
        <a:lstStyle/>
        <a:p>
          <a:r>
            <a:rPr lang="en-US"/>
            <a:t>Source: Simulated banking transactions dataset</a:t>
          </a:r>
        </a:p>
      </dgm:t>
    </dgm:pt>
    <dgm:pt modelId="{6263867E-80EF-4031-AA54-1C03D8ED82CD}" type="parTrans" cxnId="{3EBFB48A-9986-41A5-8039-F08F7BEB94FF}">
      <dgm:prSet/>
      <dgm:spPr/>
      <dgm:t>
        <a:bodyPr/>
        <a:lstStyle/>
        <a:p>
          <a:endParaRPr lang="en-US"/>
        </a:p>
      </dgm:t>
    </dgm:pt>
    <dgm:pt modelId="{F12BCDA9-BF70-43EE-B8BB-CC2C4FDAB968}" type="sibTrans" cxnId="{3EBFB48A-9986-41A5-8039-F08F7BEB94FF}">
      <dgm:prSet/>
      <dgm:spPr/>
      <dgm:t>
        <a:bodyPr/>
        <a:lstStyle/>
        <a:p>
          <a:endParaRPr lang="en-US"/>
        </a:p>
      </dgm:t>
    </dgm:pt>
    <dgm:pt modelId="{56A95F03-05D3-4048-9271-45E331FEDA56}">
      <dgm:prSet/>
      <dgm:spPr/>
      <dgm:t>
        <a:bodyPr/>
        <a:lstStyle/>
        <a:p>
          <a:r>
            <a:rPr lang="en-US"/>
            <a:t>Type</a:t>
          </a:r>
        </a:p>
      </dgm:t>
    </dgm:pt>
    <dgm:pt modelId="{D9AA2495-3535-4641-A933-738AC122B635}" type="parTrans" cxnId="{A82B6C86-37F8-40AA-BCC1-D9B1EDDADE09}">
      <dgm:prSet/>
      <dgm:spPr/>
      <dgm:t>
        <a:bodyPr/>
        <a:lstStyle/>
        <a:p>
          <a:endParaRPr lang="en-US"/>
        </a:p>
      </dgm:t>
    </dgm:pt>
    <dgm:pt modelId="{69BFD391-3061-4E48-9E62-A3E5965E2F2B}" type="sibTrans" cxnId="{A82B6C86-37F8-40AA-BCC1-D9B1EDDADE09}">
      <dgm:prSet/>
      <dgm:spPr/>
      <dgm:t>
        <a:bodyPr/>
        <a:lstStyle/>
        <a:p>
          <a:endParaRPr lang="en-US"/>
        </a:p>
      </dgm:t>
    </dgm:pt>
    <dgm:pt modelId="{7C070F23-15E2-4801-BEDD-B3C19E98FEE5}">
      <dgm:prSet/>
      <dgm:spPr/>
      <dgm:t>
        <a:bodyPr/>
        <a:lstStyle/>
        <a:p>
          <a:r>
            <a:rPr lang="en-US"/>
            <a:t>Features include: type, amount, oldbalanceOrg, newbalanceOrig, etc.</a:t>
          </a:r>
        </a:p>
      </dgm:t>
    </dgm:pt>
    <dgm:pt modelId="{35D7C104-1389-4463-8363-CDA702E52908}" type="parTrans" cxnId="{FFF20CE1-8100-422E-A393-719AA831DF76}">
      <dgm:prSet/>
      <dgm:spPr/>
      <dgm:t>
        <a:bodyPr/>
        <a:lstStyle/>
        <a:p>
          <a:endParaRPr lang="en-US"/>
        </a:p>
      </dgm:t>
    </dgm:pt>
    <dgm:pt modelId="{F3DCDC74-C46B-4F09-8503-4F8CE7AE4411}" type="sibTrans" cxnId="{FFF20CE1-8100-422E-A393-719AA831DF76}">
      <dgm:prSet/>
      <dgm:spPr/>
      <dgm:t>
        <a:bodyPr/>
        <a:lstStyle/>
        <a:p>
          <a:endParaRPr lang="en-US"/>
        </a:p>
      </dgm:t>
    </dgm:pt>
    <dgm:pt modelId="{F23EEA34-146B-45C9-9FEC-5639CEBB99EE}">
      <dgm:prSet/>
      <dgm:spPr/>
      <dgm:t>
        <a:bodyPr/>
        <a:lstStyle/>
        <a:p>
          <a:r>
            <a:rPr lang="en-US"/>
            <a:t>Target</a:t>
          </a:r>
        </a:p>
      </dgm:t>
    </dgm:pt>
    <dgm:pt modelId="{758A1BBD-F5E6-4D6B-ABD9-1DE4713FF4AC}" type="parTrans" cxnId="{CC430BF7-3975-41B2-B266-D485F83DE0B3}">
      <dgm:prSet/>
      <dgm:spPr/>
      <dgm:t>
        <a:bodyPr/>
        <a:lstStyle/>
        <a:p>
          <a:endParaRPr lang="en-US"/>
        </a:p>
      </dgm:t>
    </dgm:pt>
    <dgm:pt modelId="{CC0BD811-5977-4507-A5EE-D24552ABCF86}" type="sibTrans" cxnId="{CC430BF7-3975-41B2-B266-D485F83DE0B3}">
      <dgm:prSet/>
      <dgm:spPr/>
      <dgm:t>
        <a:bodyPr/>
        <a:lstStyle/>
        <a:p>
          <a:endParaRPr lang="en-US"/>
        </a:p>
      </dgm:t>
    </dgm:pt>
    <dgm:pt modelId="{38AD4696-0126-460B-8481-BBA795629311}">
      <dgm:prSet/>
      <dgm:spPr/>
      <dgm:t>
        <a:bodyPr/>
        <a:lstStyle/>
        <a:p>
          <a:r>
            <a:rPr lang="en-US"/>
            <a:t>Target variable: isFraud (1 = fraud, 0 = not fraud)</a:t>
          </a:r>
        </a:p>
      </dgm:t>
    </dgm:pt>
    <dgm:pt modelId="{A7BDBF61-5AE3-44B5-88FF-D62255CCEE1B}" type="parTrans" cxnId="{6CD7EA50-C74B-496A-B15C-7BB53A8B4D01}">
      <dgm:prSet/>
      <dgm:spPr/>
      <dgm:t>
        <a:bodyPr/>
        <a:lstStyle/>
        <a:p>
          <a:endParaRPr lang="en-US"/>
        </a:p>
      </dgm:t>
    </dgm:pt>
    <dgm:pt modelId="{A198ED40-622D-4A97-9AF4-613FF9581211}" type="sibTrans" cxnId="{6CD7EA50-C74B-496A-B15C-7BB53A8B4D01}">
      <dgm:prSet/>
      <dgm:spPr/>
      <dgm:t>
        <a:bodyPr/>
        <a:lstStyle/>
        <a:p>
          <a:endParaRPr lang="en-US"/>
        </a:p>
      </dgm:t>
    </dgm:pt>
    <dgm:pt modelId="{A01F4D9D-58F1-47F4-8250-5FA414025AA8}">
      <dgm:prSet/>
      <dgm:spPr/>
      <dgm:t>
        <a:bodyPr/>
        <a:lstStyle/>
        <a:p>
          <a:r>
            <a:rPr lang="en-US"/>
            <a:t>Challenge</a:t>
          </a:r>
        </a:p>
      </dgm:t>
    </dgm:pt>
    <dgm:pt modelId="{AEE389E2-8374-422D-BD35-1EBDD9E4CB95}" type="parTrans" cxnId="{6738A6E9-8BBC-4BCB-9C4B-6C9A80D02A28}">
      <dgm:prSet/>
      <dgm:spPr/>
      <dgm:t>
        <a:bodyPr/>
        <a:lstStyle/>
        <a:p>
          <a:endParaRPr lang="en-US"/>
        </a:p>
      </dgm:t>
    </dgm:pt>
    <dgm:pt modelId="{F135CE4D-66DD-4B89-B9EA-78052A506AFE}" type="sibTrans" cxnId="{6738A6E9-8BBC-4BCB-9C4B-6C9A80D02A28}">
      <dgm:prSet/>
      <dgm:spPr/>
      <dgm:t>
        <a:bodyPr/>
        <a:lstStyle/>
        <a:p>
          <a:endParaRPr lang="en-US"/>
        </a:p>
      </dgm:t>
    </dgm:pt>
    <dgm:pt modelId="{465A003F-9D40-4B56-A427-1AAA15FEF86A}">
      <dgm:prSet/>
      <dgm:spPr/>
      <dgm:t>
        <a:bodyPr/>
        <a:lstStyle/>
        <a:p>
          <a:r>
            <a:rPr lang="en-US"/>
            <a:t>Challenge: Highly imbalanced dataset (fraud cases &lt; 0.1%)</a:t>
          </a:r>
        </a:p>
      </dgm:t>
    </dgm:pt>
    <dgm:pt modelId="{B18FCF16-1DC2-46F0-BE73-011C0CEE33C2}" type="parTrans" cxnId="{E6EDA72C-EF58-4E54-B0D8-F73B202CC9E8}">
      <dgm:prSet/>
      <dgm:spPr/>
      <dgm:t>
        <a:bodyPr/>
        <a:lstStyle/>
        <a:p>
          <a:endParaRPr lang="en-US"/>
        </a:p>
      </dgm:t>
    </dgm:pt>
    <dgm:pt modelId="{BEA33A92-2462-41B0-BD72-91370974E3A5}" type="sibTrans" cxnId="{E6EDA72C-EF58-4E54-B0D8-F73B202CC9E8}">
      <dgm:prSet/>
      <dgm:spPr/>
      <dgm:t>
        <a:bodyPr/>
        <a:lstStyle/>
        <a:p>
          <a:endParaRPr lang="en-US"/>
        </a:p>
      </dgm:t>
    </dgm:pt>
    <dgm:pt modelId="{0988AC86-DD36-4C18-95C8-93C5720D2437}" type="pres">
      <dgm:prSet presAssocID="{377435B2-E11B-45E4-BD3A-06882D08A86E}" presName="Name0" presStyleCnt="0">
        <dgm:presLayoutVars>
          <dgm:dir/>
          <dgm:animLvl val="lvl"/>
          <dgm:resizeHandles val="exact"/>
        </dgm:presLayoutVars>
      </dgm:prSet>
      <dgm:spPr/>
    </dgm:pt>
    <dgm:pt modelId="{781C223E-6F0D-41BB-A48B-A6B0CA33D8F6}" type="pres">
      <dgm:prSet presAssocID="{8FDABA68-5326-44C2-A713-36497233FD20}" presName="linNode" presStyleCnt="0"/>
      <dgm:spPr/>
    </dgm:pt>
    <dgm:pt modelId="{244E572A-DB50-4DAE-9D8E-29AD877D6E60}" type="pres">
      <dgm:prSet presAssocID="{8FDABA68-5326-44C2-A713-36497233FD20}" presName="parentText" presStyleLbl="solidFgAcc1" presStyleIdx="0" presStyleCnt="4">
        <dgm:presLayoutVars>
          <dgm:chMax val="1"/>
          <dgm:bulletEnabled/>
        </dgm:presLayoutVars>
      </dgm:prSet>
      <dgm:spPr/>
    </dgm:pt>
    <dgm:pt modelId="{9DAE442C-E689-4914-9C37-D78167D3CC81}" type="pres">
      <dgm:prSet presAssocID="{8FDABA68-5326-44C2-A713-36497233FD20}" presName="descendantText" presStyleLbl="alignNode1" presStyleIdx="0" presStyleCnt="4">
        <dgm:presLayoutVars>
          <dgm:bulletEnabled/>
        </dgm:presLayoutVars>
      </dgm:prSet>
      <dgm:spPr/>
    </dgm:pt>
    <dgm:pt modelId="{954114B5-D2DB-4056-8DC3-A0F1FF990802}" type="pres">
      <dgm:prSet presAssocID="{2B115C15-0360-4EA5-8B7A-0C8B595D3A56}" presName="sp" presStyleCnt="0"/>
      <dgm:spPr/>
    </dgm:pt>
    <dgm:pt modelId="{BE67AE9E-6DF9-438E-BC92-5B07ADA51594}" type="pres">
      <dgm:prSet presAssocID="{56A95F03-05D3-4048-9271-45E331FEDA56}" presName="linNode" presStyleCnt="0"/>
      <dgm:spPr/>
    </dgm:pt>
    <dgm:pt modelId="{211C2744-A940-4536-A7DC-1BF832C073B6}" type="pres">
      <dgm:prSet presAssocID="{56A95F03-05D3-4048-9271-45E331FEDA56}" presName="parentText" presStyleLbl="solidFgAcc1" presStyleIdx="1" presStyleCnt="4">
        <dgm:presLayoutVars>
          <dgm:chMax val="1"/>
          <dgm:bulletEnabled/>
        </dgm:presLayoutVars>
      </dgm:prSet>
      <dgm:spPr/>
    </dgm:pt>
    <dgm:pt modelId="{75C88B43-1E8D-4D23-852B-A82653146440}" type="pres">
      <dgm:prSet presAssocID="{56A95F03-05D3-4048-9271-45E331FEDA56}" presName="descendantText" presStyleLbl="alignNode1" presStyleIdx="1" presStyleCnt="4">
        <dgm:presLayoutVars>
          <dgm:bulletEnabled/>
        </dgm:presLayoutVars>
      </dgm:prSet>
      <dgm:spPr/>
    </dgm:pt>
    <dgm:pt modelId="{EEA98CEF-7925-4569-94CE-38C6FF344A52}" type="pres">
      <dgm:prSet presAssocID="{69BFD391-3061-4E48-9E62-A3E5965E2F2B}" presName="sp" presStyleCnt="0"/>
      <dgm:spPr/>
    </dgm:pt>
    <dgm:pt modelId="{B698769E-2237-4577-A60F-039445460374}" type="pres">
      <dgm:prSet presAssocID="{F23EEA34-146B-45C9-9FEC-5639CEBB99EE}" presName="linNode" presStyleCnt="0"/>
      <dgm:spPr/>
    </dgm:pt>
    <dgm:pt modelId="{3E92557E-DF14-4FCA-B7C6-2F383DB785A7}" type="pres">
      <dgm:prSet presAssocID="{F23EEA34-146B-45C9-9FEC-5639CEBB99EE}" presName="parentText" presStyleLbl="solidFgAcc1" presStyleIdx="2" presStyleCnt="4">
        <dgm:presLayoutVars>
          <dgm:chMax val="1"/>
          <dgm:bulletEnabled/>
        </dgm:presLayoutVars>
      </dgm:prSet>
      <dgm:spPr/>
    </dgm:pt>
    <dgm:pt modelId="{88E38A17-E660-4C3D-8F12-F5593F6B7600}" type="pres">
      <dgm:prSet presAssocID="{F23EEA34-146B-45C9-9FEC-5639CEBB99EE}" presName="descendantText" presStyleLbl="alignNode1" presStyleIdx="2" presStyleCnt="4">
        <dgm:presLayoutVars>
          <dgm:bulletEnabled/>
        </dgm:presLayoutVars>
      </dgm:prSet>
      <dgm:spPr/>
    </dgm:pt>
    <dgm:pt modelId="{4D3B0AEC-C67A-4B1F-972F-A62856207718}" type="pres">
      <dgm:prSet presAssocID="{CC0BD811-5977-4507-A5EE-D24552ABCF86}" presName="sp" presStyleCnt="0"/>
      <dgm:spPr/>
    </dgm:pt>
    <dgm:pt modelId="{2DC2AACD-8F73-4342-9DD9-D66E3F454500}" type="pres">
      <dgm:prSet presAssocID="{A01F4D9D-58F1-47F4-8250-5FA414025AA8}" presName="linNode" presStyleCnt="0"/>
      <dgm:spPr/>
    </dgm:pt>
    <dgm:pt modelId="{148A7B2F-6716-4466-8E86-3611C6AF0D20}" type="pres">
      <dgm:prSet presAssocID="{A01F4D9D-58F1-47F4-8250-5FA414025AA8}" presName="parentText" presStyleLbl="solidFgAcc1" presStyleIdx="3" presStyleCnt="4">
        <dgm:presLayoutVars>
          <dgm:chMax val="1"/>
          <dgm:bulletEnabled/>
        </dgm:presLayoutVars>
      </dgm:prSet>
      <dgm:spPr/>
    </dgm:pt>
    <dgm:pt modelId="{DF206CAF-32F4-4626-A09C-4DCC5AECB86D}" type="pres">
      <dgm:prSet presAssocID="{A01F4D9D-58F1-47F4-8250-5FA414025AA8}" presName="descendantText" presStyleLbl="alignNode1" presStyleIdx="3" presStyleCnt="4">
        <dgm:presLayoutVars>
          <dgm:bulletEnabled/>
        </dgm:presLayoutVars>
      </dgm:prSet>
      <dgm:spPr/>
    </dgm:pt>
  </dgm:ptLst>
  <dgm:cxnLst>
    <dgm:cxn modelId="{A5923726-CDDD-4DD3-A49B-DA3951C2CD3D}" type="presOf" srcId="{25DD04E5-3EC8-420F-A470-7E379A7F1692}" destId="{9DAE442C-E689-4914-9C37-D78167D3CC81}" srcOrd="0" destOrd="0" presId="urn:microsoft.com/office/officeart/2016/7/layout/VerticalHollowActionList"/>
    <dgm:cxn modelId="{6A8C3728-8E4D-4DFA-A1DB-B1F1136966A8}" type="presOf" srcId="{A01F4D9D-58F1-47F4-8250-5FA414025AA8}" destId="{148A7B2F-6716-4466-8E86-3611C6AF0D20}" srcOrd="0" destOrd="0" presId="urn:microsoft.com/office/officeart/2016/7/layout/VerticalHollowActionList"/>
    <dgm:cxn modelId="{E6EDA72C-EF58-4E54-B0D8-F73B202CC9E8}" srcId="{A01F4D9D-58F1-47F4-8250-5FA414025AA8}" destId="{465A003F-9D40-4B56-A427-1AAA15FEF86A}" srcOrd="0" destOrd="0" parTransId="{B18FCF16-1DC2-46F0-BE73-011C0CEE33C2}" sibTransId="{BEA33A92-2462-41B0-BD72-91370974E3A5}"/>
    <dgm:cxn modelId="{58FBAE41-C3A1-4248-821A-AA77A7CA0A6A}" srcId="{377435B2-E11B-45E4-BD3A-06882D08A86E}" destId="{8FDABA68-5326-44C2-A713-36497233FD20}" srcOrd="0" destOrd="0" parTransId="{30D27BDF-8137-40A0-8232-59DA6EA6E888}" sibTransId="{2B115C15-0360-4EA5-8B7A-0C8B595D3A56}"/>
    <dgm:cxn modelId="{DF677A65-FCCF-4BF0-B47F-CD6A4149BF71}" type="presOf" srcId="{56A95F03-05D3-4048-9271-45E331FEDA56}" destId="{211C2744-A940-4536-A7DC-1BF832C073B6}" srcOrd="0" destOrd="0" presId="urn:microsoft.com/office/officeart/2016/7/layout/VerticalHollowActionList"/>
    <dgm:cxn modelId="{6CD7EA50-C74B-496A-B15C-7BB53A8B4D01}" srcId="{F23EEA34-146B-45C9-9FEC-5639CEBB99EE}" destId="{38AD4696-0126-460B-8481-BBA795629311}" srcOrd="0" destOrd="0" parTransId="{A7BDBF61-5AE3-44B5-88FF-D62255CCEE1B}" sibTransId="{A198ED40-622D-4A97-9AF4-613FF9581211}"/>
    <dgm:cxn modelId="{A82B6C86-37F8-40AA-BCC1-D9B1EDDADE09}" srcId="{377435B2-E11B-45E4-BD3A-06882D08A86E}" destId="{56A95F03-05D3-4048-9271-45E331FEDA56}" srcOrd="1" destOrd="0" parTransId="{D9AA2495-3535-4641-A933-738AC122B635}" sibTransId="{69BFD391-3061-4E48-9E62-A3E5965E2F2B}"/>
    <dgm:cxn modelId="{3EBFB48A-9986-41A5-8039-F08F7BEB94FF}" srcId="{8FDABA68-5326-44C2-A713-36497233FD20}" destId="{25DD04E5-3EC8-420F-A470-7E379A7F1692}" srcOrd="0" destOrd="0" parTransId="{6263867E-80EF-4031-AA54-1C03D8ED82CD}" sibTransId="{F12BCDA9-BF70-43EE-B8BB-CC2C4FDAB968}"/>
    <dgm:cxn modelId="{235F9992-168D-40C3-80BA-7A5E691EA03F}" type="presOf" srcId="{F23EEA34-146B-45C9-9FEC-5639CEBB99EE}" destId="{3E92557E-DF14-4FCA-B7C6-2F383DB785A7}" srcOrd="0" destOrd="0" presId="urn:microsoft.com/office/officeart/2016/7/layout/VerticalHollowActionList"/>
    <dgm:cxn modelId="{E955D4A6-1E96-4711-9BFC-0141A7AB0FE8}" type="presOf" srcId="{465A003F-9D40-4B56-A427-1AAA15FEF86A}" destId="{DF206CAF-32F4-4626-A09C-4DCC5AECB86D}" srcOrd="0" destOrd="0" presId="urn:microsoft.com/office/officeart/2016/7/layout/VerticalHollowActionList"/>
    <dgm:cxn modelId="{0E345CC0-223A-4308-9412-BE1D96841555}" type="presOf" srcId="{7C070F23-15E2-4801-BEDD-B3C19E98FEE5}" destId="{75C88B43-1E8D-4D23-852B-A82653146440}" srcOrd="0" destOrd="0" presId="urn:microsoft.com/office/officeart/2016/7/layout/VerticalHollowActionList"/>
    <dgm:cxn modelId="{AF34FAC3-5F63-4BC7-B14D-2A875F342C89}" type="presOf" srcId="{8FDABA68-5326-44C2-A713-36497233FD20}" destId="{244E572A-DB50-4DAE-9D8E-29AD877D6E60}" srcOrd="0" destOrd="0" presId="urn:microsoft.com/office/officeart/2016/7/layout/VerticalHollowActionList"/>
    <dgm:cxn modelId="{47BBE6DD-164E-4FF3-97DA-EE14AE21091A}" type="presOf" srcId="{38AD4696-0126-460B-8481-BBA795629311}" destId="{88E38A17-E660-4C3D-8F12-F5593F6B7600}" srcOrd="0" destOrd="0" presId="urn:microsoft.com/office/officeart/2016/7/layout/VerticalHollowActionList"/>
    <dgm:cxn modelId="{FFF20CE1-8100-422E-A393-719AA831DF76}" srcId="{56A95F03-05D3-4048-9271-45E331FEDA56}" destId="{7C070F23-15E2-4801-BEDD-B3C19E98FEE5}" srcOrd="0" destOrd="0" parTransId="{35D7C104-1389-4463-8363-CDA702E52908}" sibTransId="{F3DCDC74-C46B-4F09-8503-4F8CE7AE4411}"/>
    <dgm:cxn modelId="{6738A6E9-8BBC-4BCB-9C4B-6C9A80D02A28}" srcId="{377435B2-E11B-45E4-BD3A-06882D08A86E}" destId="{A01F4D9D-58F1-47F4-8250-5FA414025AA8}" srcOrd="3" destOrd="0" parTransId="{AEE389E2-8374-422D-BD35-1EBDD9E4CB95}" sibTransId="{F135CE4D-66DD-4B89-B9EA-78052A506AFE}"/>
    <dgm:cxn modelId="{7BE1B7EB-DFA1-4A25-B903-79B9F1F428F8}" type="presOf" srcId="{377435B2-E11B-45E4-BD3A-06882D08A86E}" destId="{0988AC86-DD36-4C18-95C8-93C5720D2437}" srcOrd="0" destOrd="0" presId="urn:microsoft.com/office/officeart/2016/7/layout/VerticalHollowActionList"/>
    <dgm:cxn modelId="{CC430BF7-3975-41B2-B266-D485F83DE0B3}" srcId="{377435B2-E11B-45E4-BD3A-06882D08A86E}" destId="{F23EEA34-146B-45C9-9FEC-5639CEBB99EE}" srcOrd="2" destOrd="0" parTransId="{758A1BBD-F5E6-4D6B-ABD9-1DE4713FF4AC}" sibTransId="{CC0BD811-5977-4507-A5EE-D24552ABCF86}"/>
    <dgm:cxn modelId="{F0BD80AA-533D-486A-A073-B0FE8BEE8666}" type="presParOf" srcId="{0988AC86-DD36-4C18-95C8-93C5720D2437}" destId="{781C223E-6F0D-41BB-A48B-A6B0CA33D8F6}" srcOrd="0" destOrd="0" presId="urn:microsoft.com/office/officeart/2016/7/layout/VerticalHollowActionList"/>
    <dgm:cxn modelId="{9ACFCBB4-F51D-40B5-BE7C-13A0B45A2535}" type="presParOf" srcId="{781C223E-6F0D-41BB-A48B-A6B0CA33D8F6}" destId="{244E572A-DB50-4DAE-9D8E-29AD877D6E60}" srcOrd="0" destOrd="0" presId="urn:microsoft.com/office/officeart/2016/7/layout/VerticalHollowActionList"/>
    <dgm:cxn modelId="{95A99540-BC73-4D9F-9A80-595BEEE59720}" type="presParOf" srcId="{781C223E-6F0D-41BB-A48B-A6B0CA33D8F6}" destId="{9DAE442C-E689-4914-9C37-D78167D3CC81}" srcOrd="1" destOrd="0" presId="urn:microsoft.com/office/officeart/2016/7/layout/VerticalHollowActionList"/>
    <dgm:cxn modelId="{652225C2-7B72-42E4-945C-5F323FD51588}" type="presParOf" srcId="{0988AC86-DD36-4C18-95C8-93C5720D2437}" destId="{954114B5-D2DB-4056-8DC3-A0F1FF990802}" srcOrd="1" destOrd="0" presId="urn:microsoft.com/office/officeart/2016/7/layout/VerticalHollowActionList"/>
    <dgm:cxn modelId="{C8EBA2F0-3AD7-4311-8D4C-CC789F00CD40}" type="presParOf" srcId="{0988AC86-DD36-4C18-95C8-93C5720D2437}" destId="{BE67AE9E-6DF9-438E-BC92-5B07ADA51594}" srcOrd="2" destOrd="0" presId="urn:microsoft.com/office/officeart/2016/7/layout/VerticalHollowActionList"/>
    <dgm:cxn modelId="{3D0AE409-4FDA-46AB-93E9-8F0650165D6D}" type="presParOf" srcId="{BE67AE9E-6DF9-438E-BC92-5B07ADA51594}" destId="{211C2744-A940-4536-A7DC-1BF832C073B6}" srcOrd="0" destOrd="0" presId="urn:microsoft.com/office/officeart/2016/7/layout/VerticalHollowActionList"/>
    <dgm:cxn modelId="{8FA2B289-C5FE-41AA-AFF5-52B8A5C75C32}" type="presParOf" srcId="{BE67AE9E-6DF9-438E-BC92-5B07ADA51594}" destId="{75C88B43-1E8D-4D23-852B-A82653146440}" srcOrd="1" destOrd="0" presId="urn:microsoft.com/office/officeart/2016/7/layout/VerticalHollowActionList"/>
    <dgm:cxn modelId="{EE4E172E-CA56-424B-A199-1F90ED42AEF9}" type="presParOf" srcId="{0988AC86-DD36-4C18-95C8-93C5720D2437}" destId="{EEA98CEF-7925-4569-94CE-38C6FF344A52}" srcOrd="3" destOrd="0" presId="urn:microsoft.com/office/officeart/2016/7/layout/VerticalHollowActionList"/>
    <dgm:cxn modelId="{21F91D29-0668-4334-8B4C-48FF0F14454B}" type="presParOf" srcId="{0988AC86-DD36-4C18-95C8-93C5720D2437}" destId="{B698769E-2237-4577-A60F-039445460374}" srcOrd="4" destOrd="0" presId="urn:microsoft.com/office/officeart/2016/7/layout/VerticalHollowActionList"/>
    <dgm:cxn modelId="{A49D447B-4409-47F3-BA40-872814986B79}" type="presParOf" srcId="{B698769E-2237-4577-A60F-039445460374}" destId="{3E92557E-DF14-4FCA-B7C6-2F383DB785A7}" srcOrd="0" destOrd="0" presId="urn:microsoft.com/office/officeart/2016/7/layout/VerticalHollowActionList"/>
    <dgm:cxn modelId="{A322B97D-1DC9-4042-BFFC-8921DB6F0402}" type="presParOf" srcId="{B698769E-2237-4577-A60F-039445460374}" destId="{88E38A17-E660-4C3D-8F12-F5593F6B7600}" srcOrd="1" destOrd="0" presId="urn:microsoft.com/office/officeart/2016/7/layout/VerticalHollowActionList"/>
    <dgm:cxn modelId="{1289B2AA-9D4C-4C7F-85DB-35F2E3C2EFD0}" type="presParOf" srcId="{0988AC86-DD36-4C18-95C8-93C5720D2437}" destId="{4D3B0AEC-C67A-4B1F-972F-A62856207718}" srcOrd="5" destOrd="0" presId="urn:microsoft.com/office/officeart/2016/7/layout/VerticalHollowActionList"/>
    <dgm:cxn modelId="{7E9A37BE-053B-4C5A-BED2-736990BE4CD9}" type="presParOf" srcId="{0988AC86-DD36-4C18-95C8-93C5720D2437}" destId="{2DC2AACD-8F73-4342-9DD9-D66E3F454500}" srcOrd="6" destOrd="0" presId="urn:microsoft.com/office/officeart/2016/7/layout/VerticalHollowActionList"/>
    <dgm:cxn modelId="{853C637D-1A9F-40CF-B7FD-85F26BCA34FF}" type="presParOf" srcId="{2DC2AACD-8F73-4342-9DD9-D66E3F454500}" destId="{148A7B2F-6716-4466-8E86-3611C6AF0D20}" srcOrd="0" destOrd="0" presId="urn:microsoft.com/office/officeart/2016/7/layout/VerticalHollowActionList"/>
    <dgm:cxn modelId="{F856E677-54D1-4733-9093-18760FC17881}" type="presParOf" srcId="{2DC2AACD-8F73-4342-9DD9-D66E3F454500}" destId="{DF206CAF-32F4-4626-A09C-4DCC5AECB86D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D329A2-9ACF-40BC-9C0F-10B8A1CAAFD9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F1BEC17-B1D2-41C7-A7C9-9197AFB04AA5}">
      <dgm:prSet/>
      <dgm:spPr/>
      <dgm:t>
        <a:bodyPr/>
        <a:lstStyle/>
        <a:p>
          <a:r>
            <a:rPr lang="en-US"/>
            <a:t>Preprocessing: Label encoding, feature scaling, handling class imbalance</a:t>
          </a:r>
        </a:p>
      </dgm:t>
    </dgm:pt>
    <dgm:pt modelId="{AFC4C149-9E11-4891-9A60-53C0DF0C4E1B}" type="parTrans" cxnId="{D9DFEC52-C842-4737-AF5B-6EBFA29E616D}">
      <dgm:prSet/>
      <dgm:spPr/>
      <dgm:t>
        <a:bodyPr/>
        <a:lstStyle/>
        <a:p>
          <a:endParaRPr lang="en-US"/>
        </a:p>
      </dgm:t>
    </dgm:pt>
    <dgm:pt modelId="{0EBBE6CE-1A7D-4591-A0E1-B102634D0792}" type="sibTrans" cxnId="{D9DFEC52-C842-4737-AF5B-6EBFA29E616D}">
      <dgm:prSet/>
      <dgm:spPr/>
      <dgm:t>
        <a:bodyPr/>
        <a:lstStyle/>
        <a:p>
          <a:endParaRPr lang="en-US"/>
        </a:p>
      </dgm:t>
    </dgm:pt>
    <dgm:pt modelId="{71717335-0D77-4BAC-9A73-AEFE57AAB6A2}">
      <dgm:prSet/>
      <dgm:spPr/>
      <dgm:t>
        <a:bodyPr/>
        <a:lstStyle/>
        <a:p>
          <a:r>
            <a:rPr lang="en-US"/>
            <a:t>Model: Random Forest Classifier (Ensemble method, handles imbalance &amp; overfitting well)</a:t>
          </a:r>
        </a:p>
      </dgm:t>
    </dgm:pt>
    <dgm:pt modelId="{B13C7F03-FD12-44D2-A910-C63D15F17805}" type="parTrans" cxnId="{B8FF7312-2DDC-493B-9E8B-37DD10CD4BD8}">
      <dgm:prSet/>
      <dgm:spPr/>
      <dgm:t>
        <a:bodyPr/>
        <a:lstStyle/>
        <a:p>
          <a:endParaRPr lang="en-US"/>
        </a:p>
      </dgm:t>
    </dgm:pt>
    <dgm:pt modelId="{469385F9-F680-4527-9F61-D87FB820A99B}" type="sibTrans" cxnId="{B8FF7312-2DDC-493B-9E8B-37DD10CD4BD8}">
      <dgm:prSet/>
      <dgm:spPr/>
      <dgm:t>
        <a:bodyPr/>
        <a:lstStyle/>
        <a:p>
          <a:endParaRPr lang="en-US"/>
        </a:p>
      </dgm:t>
    </dgm:pt>
    <dgm:pt modelId="{BD54A62F-705C-494E-94BD-79B0DB12AFDC}">
      <dgm:prSet/>
      <dgm:spPr/>
      <dgm:t>
        <a:bodyPr/>
        <a:lstStyle/>
        <a:p>
          <a:r>
            <a:rPr lang="en-US"/>
            <a:t>Chosen for its robustness, interpretability, and handling of nonlinear patterns</a:t>
          </a:r>
        </a:p>
      </dgm:t>
    </dgm:pt>
    <dgm:pt modelId="{FBDFE861-03B9-47F6-9522-BC9FCDF42F97}" type="parTrans" cxnId="{B68DE706-9D07-4D53-862D-3C7FCCDFB6A3}">
      <dgm:prSet/>
      <dgm:spPr/>
      <dgm:t>
        <a:bodyPr/>
        <a:lstStyle/>
        <a:p>
          <a:endParaRPr lang="en-US"/>
        </a:p>
      </dgm:t>
    </dgm:pt>
    <dgm:pt modelId="{C6C2520B-576E-4010-9CFD-8A7DF9F3A4B1}" type="sibTrans" cxnId="{B68DE706-9D07-4D53-862D-3C7FCCDFB6A3}">
      <dgm:prSet/>
      <dgm:spPr/>
      <dgm:t>
        <a:bodyPr/>
        <a:lstStyle/>
        <a:p>
          <a:endParaRPr lang="en-US"/>
        </a:p>
      </dgm:t>
    </dgm:pt>
    <dgm:pt modelId="{CCD419E9-0674-4D4D-8B52-E8A2EDD3ACBF}" type="pres">
      <dgm:prSet presAssocID="{0CD329A2-9ACF-40BC-9C0F-10B8A1CAAFD9}" presName="Name0" presStyleCnt="0">
        <dgm:presLayoutVars>
          <dgm:dir/>
          <dgm:animLvl val="lvl"/>
          <dgm:resizeHandles val="exact"/>
        </dgm:presLayoutVars>
      </dgm:prSet>
      <dgm:spPr/>
    </dgm:pt>
    <dgm:pt modelId="{C7B479C7-8AC2-4202-B8AB-6C260983DD73}" type="pres">
      <dgm:prSet presAssocID="{BD54A62F-705C-494E-94BD-79B0DB12AFDC}" presName="boxAndChildren" presStyleCnt="0"/>
      <dgm:spPr/>
    </dgm:pt>
    <dgm:pt modelId="{724DAD25-493B-411D-84A1-17842BA38669}" type="pres">
      <dgm:prSet presAssocID="{BD54A62F-705C-494E-94BD-79B0DB12AFDC}" presName="parentTextBox" presStyleLbl="node1" presStyleIdx="0" presStyleCnt="3"/>
      <dgm:spPr/>
    </dgm:pt>
    <dgm:pt modelId="{9894A50A-07BF-4C8E-AA93-E49ECF0827E8}" type="pres">
      <dgm:prSet presAssocID="{469385F9-F680-4527-9F61-D87FB820A99B}" presName="sp" presStyleCnt="0"/>
      <dgm:spPr/>
    </dgm:pt>
    <dgm:pt modelId="{AC450F11-633C-4E64-85F8-F122DC839552}" type="pres">
      <dgm:prSet presAssocID="{71717335-0D77-4BAC-9A73-AEFE57AAB6A2}" presName="arrowAndChildren" presStyleCnt="0"/>
      <dgm:spPr/>
    </dgm:pt>
    <dgm:pt modelId="{B87F6C4E-1B13-4CA1-B3AD-85C9851FB0EF}" type="pres">
      <dgm:prSet presAssocID="{71717335-0D77-4BAC-9A73-AEFE57AAB6A2}" presName="parentTextArrow" presStyleLbl="node1" presStyleIdx="1" presStyleCnt="3"/>
      <dgm:spPr/>
    </dgm:pt>
    <dgm:pt modelId="{D9F0A228-95BF-4F1E-91D8-7423B140B0E9}" type="pres">
      <dgm:prSet presAssocID="{0EBBE6CE-1A7D-4591-A0E1-B102634D0792}" presName="sp" presStyleCnt="0"/>
      <dgm:spPr/>
    </dgm:pt>
    <dgm:pt modelId="{ED7A01E1-562D-43C3-B2B5-5AE16E0EF60C}" type="pres">
      <dgm:prSet presAssocID="{8F1BEC17-B1D2-41C7-A7C9-9197AFB04AA5}" presName="arrowAndChildren" presStyleCnt="0"/>
      <dgm:spPr/>
    </dgm:pt>
    <dgm:pt modelId="{07412A36-9422-4B09-A440-9473539D62D6}" type="pres">
      <dgm:prSet presAssocID="{8F1BEC17-B1D2-41C7-A7C9-9197AFB04AA5}" presName="parentTextArrow" presStyleLbl="node1" presStyleIdx="2" presStyleCnt="3"/>
      <dgm:spPr/>
    </dgm:pt>
  </dgm:ptLst>
  <dgm:cxnLst>
    <dgm:cxn modelId="{B68DE706-9D07-4D53-862D-3C7FCCDFB6A3}" srcId="{0CD329A2-9ACF-40BC-9C0F-10B8A1CAAFD9}" destId="{BD54A62F-705C-494E-94BD-79B0DB12AFDC}" srcOrd="2" destOrd="0" parTransId="{FBDFE861-03B9-47F6-9522-BC9FCDF42F97}" sibTransId="{C6C2520B-576E-4010-9CFD-8A7DF9F3A4B1}"/>
    <dgm:cxn modelId="{B8FF7312-2DDC-493B-9E8B-37DD10CD4BD8}" srcId="{0CD329A2-9ACF-40BC-9C0F-10B8A1CAAFD9}" destId="{71717335-0D77-4BAC-9A73-AEFE57AAB6A2}" srcOrd="1" destOrd="0" parTransId="{B13C7F03-FD12-44D2-A910-C63D15F17805}" sibTransId="{469385F9-F680-4527-9F61-D87FB820A99B}"/>
    <dgm:cxn modelId="{B96C311D-5F77-4282-9C82-784B0ED893BA}" type="presOf" srcId="{71717335-0D77-4BAC-9A73-AEFE57AAB6A2}" destId="{B87F6C4E-1B13-4CA1-B3AD-85C9851FB0EF}" srcOrd="0" destOrd="0" presId="urn:microsoft.com/office/officeart/2005/8/layout/process4"/>
    <dgm:cxn modelId="{92334523-70FC-4ECE-BCC7-934769535184}" type="presOf" srcId="{BD54A62F-705C-494E-94BD-79B0DB12AFDC}" destId="{724DAD25-493B-411D-84A1-17842BA38669}" srcOrd="0" destOrd="0" presId="urn:microsoft.com/office/officeart/2005/8/layout/process4"/>
    <dgm:cxn modelId="{ADDDA641-79C5-4227-A25E-4E14710094F9}" type="presOf" srcId="{0CD329A2-9ACF-40BC-9C0F-10B8A1CAAFD9}" destId="{CCD419E9-0674-4D4D-8B52-E8A2EDD3ACBF}" srcOrd="0" destOrd="0" presId="urn:microsoft.com/office/officeart/2005/8/layout/process4"/>
    <dgm:cxn modelId="{D9DFEC52-C842-4737-AF5B-6EBFA29E616D}" srcId="{0CD329A2-9ACF-40BC-9C0F-10B8A1CAAFD9}" destId="{8F1BEC17-B1D2-41C7-A7C9-9197AFB04AA5}" srcOrd="0" destOrd="0" parTransId="{AFC4C149-9E11-4891-9A60-53C0DF0C4E1B}" sibTransId="{0EBBE6CE-1A7D-4591-A0E1-B102634D0792}"/>
    <dgm:cxn modelId="{0F08F0FA-B4DF-44D8-9DD4-991AEB663C4C}" type="presOf" srcId="{8F1BEC17-B1D2-41C7-A7C9-9197AFB04AA5}" destId="{07412A36-9422-4B09-A440-9473539D62D6}" srcOrd="0" destOrd="0" presId="urn:microsoft.com/office/officeart/2005/8/layout/process4"/>
    <dgm:cxn modelId="{E6366BE1-A7DB-499C-AC22-204D39A0BCEB}" type="presParOf" srcId="{CCD419E9-0674-4D4D-8B52-E8A2EDD3ACBF}" destId="{C7B479C7-8AC2-4202-B8AB-6C260983DD73}" srcOrd="0" destOrd="0" presId="urn:microsoft.com/office/officeart/2005/8/layout/process4"/>
    <dgm:cxn modelId="{30C32EBE-3C41-45D9-BE8F-BDCCF8328C05}" type="presParOf" srcId="{C7B479C7-8AC2-4202-B8AB-6C260983DD73}" destId="{724DAD25-493B-411D-84A1-17842BA38669}" srcOrd="0" destOrd="0" presId="urn:microsoft.com/office/officeart/2005/8/layout/process4"/>
    <dgm:cxn modelId="{D62582DF-3CFA-4606-9479-BC4037090D9D}" type="presParOf" srcId="{CCD419E9-0674-4D4D-8B52-E8A2EDD3ACBF}" destId="{9894A50A-07BF-4C8E-AA93-E49ECF0827E8}" srcOrd="1" destOrd="0" presId="urn:microsoft.com/office/officeart/2005/8/layout/process4"/>
    <dgm:cxn modelId="{68F68943-CDD9-4A5C-80BC-B9A3FDD6CCE2}" type="presParOf" srcId="{CCD419E9-0674-4D4D-8B52-E8A2EDD3ACBF}" destId="{AC450F11-633C-4E64-85F8-F122DC839552}" srcOrd="2" destOrd="0" presId="urn:microsoft.com/office/officeart/2005/8/layout/process4"/>
    <dgm:cxn modelId="{9DB7AF17-355E-4990-8048-5DB953406FEC}" type="presParOf" srcId="{AC450F11-633C-4E64-85F8-F122DC839552}" destId="{B87F6C4E-1B13-4CA1-B3AD-85C9851FB0EF}" srcOrd="0" destOrd="0" presId="urn:microsoft.com/office/officeart/2005/8/layout/process4"/>
    <dgm:cxn modelId="{85024917-A78A-4C14-A56B-90E1918B39E0}" type="presParOf" srcId="{CCD419E9-0674-4D4D-8B52-E8A2EDD3ACBF}" destId="{D9F0A228-95BF-4F1E-91D8-7423B140B0E9}" srcOrd="3" destOrd="0" presId="urn:microsoft.com/office/officeart/2005/8/layout/process4"/>
    <dgm:cxn modelId="{A7BF3966-847D-4656-AE22-265EF0CC6178}" type="presParOf" srcId="{CCD419E9-0674-4D4D-8B52-E8A2EDD3ACBF}" destId="{ED7A01E1-562D-43C3-B2B5-5AE16E0EF60C}" srcOrd="4" destOrd="0" presId="urn:microsoft.com/office/officeart/2005/8/layout/process4"/>
    <dgm:cxn modelId="{E1638FC7-5104-41F3-93DC-76AD6D774D4D}" type="presParOf" srcId="{ED7A01E1-562D-43C3-B2B5-5AE16E0EF60C}" destId="{07412A36-9422-4B09-A440-9473539D62D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4D830E7-63CB-41A9-9C2B-66C1FE8050D3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E89E7EC-3E2D-4DE0-AD1E-964F915736C5}">
      <dgm:prSet/>
      <dgm:spPr/>
      <dgm:t>
        <a:bodyPr/>
        <a:lstStyle/>
        <a:p>
          <a:r>
            <a:rPr lang="en-US"/>
            <a:t>Fraudulent transactions are **rare (&lt; 0.1%)**</a:t>
          </a:r>
        </a:p>
      </dgm:t>
    </dgm:pt>
    <dgm:pt modelId="{8F5CF0C6-9F93-4288-A59F-90F9BFB0BE0A}" type="parTrans" cxnId="{61EE8DC4-20A4-41C7-BE19-DC0DBBFF34BA}">
      <dgm:prSet/>
      <dgm:spPr/>
      <dgm:t>
        <a:bodyPr/>
        <a:lstStyle/>
        <a:p>
          <a:endParaRPr lang="en-US"/>
        </a:p>
      </dgm:t>
    </dgm:pt>
    <dgm:pt modelId="{E14C14FF-F33A-4379-B4FC-7B4CEE218443}" type="sibTrans" cxnId="{61EE8DC4-20A4-41C7-BE19-DC0DBBFF34BA}">
      <dgm:prSet/>
      <dgm:spPr/>
      <dgm:t>
        <a:bodyPr/>
        <a:lstStyle/>
        <a:p>
          <a:endParaRPr lang="en-US"/>
        </a:p>
      </dgm:t>
    </dgm:pt>
    <dgm:pt modelId="{647D6BC3-215E-420A-872F-9B7E4A5AEC5B}">
      <dgm:prSet/>
      <dgm:spPr/>
      <dgm:t>
        <a:bodyPr/>
        <a:lstStyle/>
        <a:p>
          <a:r>
            <a:rPr lang="en-US"/>
            <a:t>Used techniques like:</a:t>
          </a:r>
        </a:p>
      </dgm:t>
    </dgm:pt>
    <dgm:pt modelId="{BFE9BBBF-A50D-4E13-80FA-6CBA5F804AF3}" type="parTrans" cxnId="{651BF619-B8BA-4CE6-B815-00B33BB917B5}">
      <dgm:prSet/>
      <dgm:spPr/>
      <dgm:t>
        <a:bodyPr/>
        <a:lstStyle/>
        <a:p>
          <a:endParaRPr lang="en-US"/>
        </a:p>
      </dgm:t>
    </dgm:pt>
    <dgm:pt modelId="{1C86A813-2EED-4104-8FEA-3C5C661D8D23}" type="sibTrans" cxnId="{651BF619-B8BA-4CE6-B815-00B33BB917B5}">
      <dgm:prSet/>
      <dgm:spPr/>
      <dgm:t>
        <a:bodyPr/>
        <a:lstStyle/>
        <a:p>
          <a:endParaRPr lang="en-US"/>
        </a:p>
      </dgm:t>
    </dgm:pt>
    <dgm:pt modelId="{6A043F32-460C-4C48-B32A-E23ED2DCB18D}">
      <dgm:prSet/>
      <dgm:spPr/>
      <dgm:t>
        <a:bodyPr/>
        <a:lstStyle/>
        <a:p>
          <a:r>
            <a:rPr lang="en-US"/>
            <a:t>- SMOTE (oversampling minority class)</a:t>
          </a:r>
        </a:p>
      </dgm:t>
    </dgm:pt>
    <dgm:pt modelId="{D9168557-760D-4D14-9F2A-7F30223E5D9A}" type="parTrans" cxnId="{D3258AAB-3E2D-4AF4-9D43-EBE5F91AC8E3}">
      <dgm:prSet/>
      <dgm:spPr/>
      <dgm:t>
        <a:bodyPr/>
        <a:lstStyle/>
        <a:p>
          <a:endParaRPr lang="en-US"/>
        </a:p>
      </dgm:t>
    </dgm:pt>
    <dgm:pt modelId="{0D372242-9D3F-4706-B38A-E6DEA5EBD4E3}" type="sibTrans" cxnId="{D3258AAB-3E2D-4AF4-9D43-EBE5F91AC8E3}">
      <dgm:prSet/>
      <dgm:spPr/>
      <dgm:t>
        <a:bodyPr/>
        <a:lstStyle/>
        <a:p>
          <a:endParaRPr lang="en-US"/>
        </a:p>
      </dgm:t>
    </dgm:pt>
    <dgm:pt modelId="{1698CC03-F14C-4027-99EC-3475FA46EBF5}">
      <dgm:prSet/>
      <dgm:spPr/>
      <dgm:t>
        <a:bodyPr/>
        <a:lstStyle/>
        <a:p>
          <a:r>
            <a:rPr lang="en-US"/>
            <a:t>- Class weights (Random Forest)</a:t>
          </a:r>
        </a:p>
      </dgm:t>
    </dgm:pt>
    <dgm:pt modelId="{039EF2BD-1E22-4E20-9091-41A153C76D8A}" type="parTrans" cxnId="{BFE0142C-5026-457E-941D-F49BEDD686CA}">
      <dgm:prSet/>
      <dgm:spPr/>
      <dgm:t>
        <a:bodyPr/>
        <a:lstStyle/>
        <a:p>
          <a:endParaRPr lang="en-US"/>
        </a:p>
      </dgm:t>
    </dgm:pt>
    <dgm:pt modelId="{3D397B17-C1CF-4936-BB2B-3502587242D9}" type="sibTrans" cxnId="{BFE0142C-5026-457E-941D-F49BEDD686CA}">
      <dgm:prSet/>
      <dgm:spPr/>
      <dgm:t>
        <a:bodyPr/>
        <a:lstStyle/>
        <a:p>
          <a:endParaRPr lang="en-US"/>
        </a:p>
      </dgm:t>
    </dgm:pt>
    <dgm:pt modelId="{9978E96F-52BA-4C93-B88B-1F40689CD37F}" type="pres">
      <dgm:prSet presAssocID="{B4D830E7-63CB-41A9-9C2B-66C1FE8050D3}" presName="vert0" presStyleCnt="0">
        <dgm:presLayoutVars>
          <dgm:dir/>
          <dgm:animOne val="branch"/>
          <dgm:animLvl val="lvl"/>
        </dgm:presLayoutVars>
      </dgm:prSet>
      <dgm:spPr/>
    </dgm:pt>
    <dgm:pt modelId="{23546245-2940-459F-91B3-D12E46F3D88D}" type="pres">
      <dgm:prSet presAssocID="{4E89E7EC-3E2D-4DE0-AD1E-964F915736C5}" presName="thickLine" presStyleLbl="alignNode1" presStyleIdx="0" presStyleCnt="4"/>
      <dgm:spPr/>
    </dgm:pt>
    <dgm:pt modelId="{B01A2557-00C0-4C56-8D09-C5B7FDF1D893}" type="pres">
      <dgm:prSet presAssocID="{4E89E7EC-3E2D-4DE0-AD1E-964F915736C5}" presName="horz1" presStyleCnt="0"/>
      <dgm:spPr/>
    </dgm:pt>
    <dgm:pt modelId="{FA222C04-E8B6-43C2-A0B9-64DB5872D608}" type="pres">
      <dgm:prSet presAssocID="{4E89E7EC-3E2D-4DE0-AD1E-964F915736C5}" presName="tx1" presStyleLbl="revTx" presStyleIdx="0" presStyleCnt="4"/>
      <dgm:spPr/>
    </dgm:pt>
    <dgm:pt modelId="{DB3B1608-967E-47AC-B1D3-1DD77A17376B}" type="pres">
      <dgm:prSet presAssocID="{4E89E7EC-3E2D-4DE0-AD1E-964F915736C5}" presName="vert1" presStyleCnt="0"/>
      <dgm:spPr/>
    </dgm:pt>
    <dgm:pt modelId="{21CAAEB8-57EC-40D4-A83A-BC1D46C64F15}" type="pres">
      <dgm:prSet presAssocID="{647D6BC3-215E-420A-872F-9B7E4A5AEC5B}" presName="thickLine" presStyleLbl="alignNode1" presStyleIdx="1" presStyleCnt="4"/>
      <dgm:spPr/>
    </dgm:pt>
    <dgm:pt modelId="{9F128BD9-1F07-4989-AE60-67D38FA72456}" type="pres">
      <dgm:prSet presAssocID="{647D6BC3-215E-420A-872F-9B7E4A5AEC5B}" presName="horz1" presStyleCnt="0"/>
      <dgm:spPr/>
    </dgm:pt>
    <dgm:pt modelId="{61DCD843-CD0F-4B35-81FF-5B0E561B382C}" type="pres">
      <dgm:prSet presAssocID="{647D6BC3-215E-420A-872F-9B7E4A5AEC5B}" presName="tx1" presStyleLbl="revTx" presStyleIdx="1" presStyleCnt="4"/>
      <dgm:spPr/>
    </dgm:pt>
    <dgm:pt modelId="{29298D3A-E7F9-4D83-BB09-65E8B0E7BEFC}" type="pres">
      <dgm:prSet presAssocID="{647D6BC3-215E-420A-872F-9B7E4A5AEC5B}" presName="vert1" presStyleCnt="0"/>
      <dgm:spPr/>
    </dgm:pt>
    <dgm:pt modelId="{5AC7BFF5-A548-4C7C-AD3A-46A2B5563B42}" type="pres">
      <dgm:prSet presAssocID="{6A043F32-460C-4C48-B32A-E23ED2DCB18D}" presName="thickLine" presStyleLbl="alignNode1" presStyleIdx="2" presStyleCnt="4"/>
      <dgm:spPr/>
    </dgm:pt>
    <dgm:pt modelId="{8B094079-15CA-4E10-965A-A7538695F218}" type="pres">
      <dgm:prSet presAssocID="{6A043F32-460C-4C48-B32A-E23ED2DCB18D}" presName="horz1" presStyleCnt="0"/>
      <dgm:spPr/>
    </dgm:pt>
    <dgm:pt modelId="{E0E4CAD8-17F9-4802-8660-E479FBB1FB03}" type="pres">
      <dgm:prSet presAssocID="{6A043F32-460C-4C48-B32A-E23ED2DCB18D}" presName="tx1" presStyleLbl="revTx" presStyleIdx="2" presStyleCnt="4"/>
      <dgm:spPr/>
    </dgm:pt>
    <dgm:pt modelId="{FCE241B7-3C25-4C87-A69A-AEF7314D7004}" type="pres">
      <dgm:prSet presAssocID="{6A043F32-460C-4C48-B32A-E23ED2DCB18D}" presName="vert1" presStyleCnt="0"/>
      <dgm:spPr/>
    </dgm:pt>
    <dgm:pt modelId="{D36635E0-CC27-4451-83E6-7F3A5402222A}" type="pres">
      <dgm:prSet presAssocID="{1698CC03-F14C-4027-99EC-3475FA46EBF5}" presName="thickLine" presStyleLbl="alignNode1" presStyleIdx="3" presStyleCnt="4"/>
      <dgm:spPr/>
    </dgm:pt>
    <dgm:pt modelId="{2A0EC472-50EE-4F4F-9A3B-73B294BF40B5}" type="pres">
      <dgm:prSet presAssocID="{1698CC03-F14C-4027-99EC-3475FA46EBF5}" presName="horz1" presStyleCnt="0"/>
      <dgm:spPr/>
    </dgm:pt>
    <dgm:pt modelId="{A9C5F36C-F9A6-460C-AA68-BC7D3E15FBEF}" type="pres">
      <dgm:prSet presAssocID="{1698CC03-F14C-4027-99EC-3475FA46EBF5}" presName="tx1" presStyleLbl="revTx" presStyleIdx="3" presStyleCnt="4"/>
      <dgm:spPr/>
    </dgm:pt>
    <dgm:pt modelId="{6F55EC79-DD22-4702-A7C3-997BD4BCB7BE}" type="pres">
      <dgm:prSet presAssocID="{1698CC03-F14C-4027-99EC-3475FA46EBF5}" presName="vert1" presStyleCnt="0"/>
      <dgm:spPr/>
    </dgm:pt>
  </dgm:ptLst>
  <dgm:cxnLst>
    <dgm:cxn modelId="{09D19E0B-57A7-4783-A8D3-C06A56CF340F}" type="presOf" srcId="{1698CC03-F14C-4027-99EC-3475FA46EBF5}" destId="{A9C5F36C-F9A6-460C-AA68-BC7D3E15FBEF}" srcOrd="0" destOrd="0" presId="urn:microsoft.com/office/officeart/2008/layout/LinedList"/>
    <dgm:cxn modelId="{651BF619-B8BA-4CE6-B815-00B33BB917B5}" srcId="{B4D830E7-63CB-41A9-9C2B-66C1FE8050D3}" destId="{647D6BC3-215E-420A-872F-9B7E4A5AEC5B}" srcOrd="1" destOrd="0" parTransId="{BFE9BBBF-A50D-4E13-80FA-6CBA5F804AF3}" sibTransId="{1C86A813-2EED-4104-8FEA-3C5C661D8D23}"/>
    <dgm:cxn modelId="{BFE0142C-5026-457E-941D-F49BEDD686CA}" srcId="{B4D830E7-63CB-41A9-9C2B-66C1FE8050D3}" destId="{1698CC03-F14C-4027-99EC-3475FA46EBF5}" srcOrd="3" destOrd="0" parTransId="{039EF2BD-1E22-4E20-9091-41A153C76D8A}" sibTransId="{3D397B17-C1CF-4936-BB2B-3502587242D9}"/>
    <dgm:cxn modelId="{9407C75D-745B-477C-98E0-A27125A3FF0E}" type="presOf" srcId="{647D6BC3-215E-420A-872F-9B7E4A5AEC5B}" destId="{61DCD843-CD0F-4B35-81FF-5B0E561B382C}" srcOrd="0" destOrd="0" presId="urn:microsoft.com/office/officeart/2008/layout/LinedList"/>
    <dgm:cxn modelId="{6DDDAB6C-E9CA-4F22-BB73-9CE72F70166D}" type="presOf" srcId="{B4D830E7-63CB-41A9-9C2B-66C1FE8050D3}" destId="{9978E96F-52BA-4C93-B88B-1F40689CD37F}" srcOrd="0" destOrd="0" presId="urn:microsoft.com/office/officeart/2008/layout/LinedList"/>
    <dgm:cxn modelId="{D3258AAB-3E2D-4AF4-9D43-EBE5F91AC8E3}" srcId="{B4D830E7-63CB-41A9-9C2B-66C1FE8050D3}" destId="{6A043F32-460C-4C48-B32A-E23ED2DCB18D}" srcOrd="2" destOrd="0" parTransId="{D9168557-760D-4D14-9F2A-7F30223E5D9A}" sibTransId="{0D372242-9D3F-4706-B38A-E6DEA5EBD4E3}"/>
    <dgm:cxn modelId="{A1BC06B7-B3DB-4D1A-9400-15B712E5CCDB}" type="presOf" srcId="{6A043F32-460C-4C48-B32A-E23ED2DCB18D}" destId="{E0E4CAD8-17F9-4802-8660-E479FBB1FB03}" srcOrd="0" destOrd="0" presId="urn:microsoft.com/office/officeart/2008/layout/LinedList"/>
    <dgm:cxn modelId="{61EE8DC4-20A4-41C7-BE19-DC0DBBFF34BA}" srcId="{B4D830E7-63CB-41A9-9C2B-66C1FE8050D3}" destId="{4E89E7EC-3E2D-4DE0-AD1E-964F915736C5}" srcOrd="0" destOrd="0" parTransId="{8F5CF0C6-9F93-4288-A59F-90F9BFB0BE0A}" sibTransId="{E14C14FF-F33A-4379-B4FC-7B4CEE218443}"/>
    <dgm:cxn modelId="{5F7F16E6-FD7D-48DE-87AB-D9F92C10E1F3}" type="presOf" srcId="{4E89E7EC-3E2D-4DE0-AD1E-964F915736C5}" destId="{FA222C04-E8B6-43C2-A0B9-64DB5872D608}" srcOrd="0" destOrd="0" presId="urn:microsoft.com/office/officeart/2008/layout/LinedList"/>
    <dgm:cxn modelId="{3BC54F85-DC5F-42EC-96BB-95B57D4FC161}" type="presParOf" srcId="{9978E96F-52BA-4C93-B88B-1F40689CD37F}" destId="{23546245-2940-459F-91B3-D12E46F3D88D}" srcOrd="0" destOrd="0" presId="urn:microsoft.com/office/officeart/2008/layout/LinedList"/>
    <dgm:cxn modelId="{465D4A9F-00B6-4E2C-9F1C-8D4B052ADEFE}" type="presParOf" srcId="{9978E96F-52BA-4C93-B88B-1F40689CD37F}" destId="{B01A2557-00C0-4C56-8D09-C5B7FDF1D893}" srcOrd="1" destOrd="0" presId="urn:microsoft.com/office/officeart/2008/layout/LinedList"/>
    <dgm:cxn modelId="{23EF9EB5-F796-4D2C-BD18-B8CB935B2EA2}" type="presParOf" srcId="{B01A2557-00C0-4C56-8D09-C5B7FDF1D893}" destId="{FA222C04-E8B6-43C2-A0B9-64DB5872D608}" srcOrd="0" destOrd="0" presId="urn:microsoft.com/office/officeart/2008/layout/LinedList"/>
    <dgm:cxn modelId="{3A83238B-29E3-4BD2-A3F6-F5260A6C5077}" type="presParOf" srcId="{B01A2557-00C0-4C56-8D09-C5B7FDF1D893}" destId="{DB3B1608-967E-47AC-B1D3-1DD77A17376B}" srcOrd="1" destOrd="0" presId="urn:microsoft.com/office/officeart/2008/layout/LinedList"/>
    <dgm:cxn modelId="{5592608A-6173-4E3B-9E12-1EB1FA14B55D}" type="presParOf" srcId="{9978E96F-52BA-4C93-B88B-1F40689CD37F}" destId="{21CAAEB8-57EC-40D4-A83A-BC1D46C64F15}" srcOrd="2" destOrd="0" presId="urn:microsoft.com/office/officeart/2008/layout/LinedList"/>
    <dgm:cxn modelId="{CD86C993-98F6-4CB3-92AA-8C2663DB074B}" type="presParOf" srcId="{9978E96F-52BA-4C93-B88B-1F40689CD37F}" destId="{9F128BD9-1F07-4989-AE60-67D38FA72456}" srcOrd="3" destOrd="0" presId="urn:microsoft.com/office/officeart/2008/layout/LinedList"/>
    <dgm:cxn modelId="{D8CE81DC-CD85-4A2E-9379-B8F83AB23856}" type="presParOf" srcId="{9F128BD9-1F07-4989-AE60-67D38FA72456}" destId="{61DCD843-CD0F-4B35-81FF-5B0E561B382C}" srcOrd="0" destOrd="0" presId="urn:microsoft.com/office/officeart/2008/layout/LinedList"/>
    <dgm:cxn modelId="{EFAD9B5D-848D-4355-8E41-2304529DC950}" type="presParOf" srcId="{9F128BD9-1F07-4989-AE60-67D38FA72456}" destId="{29298D3A-E7F9-4D83-BB09-65E8B0E7BEFC}" srcOrd="1" destOrd="0" presId="urn:microsoft.com/office/officeart/2008/layout/LinedList"/>
    <dgm:cxn modelId="{26267ECF-CD29-4D33-B3FF-43EC77927F01}" type="presParOf" srcId="{9978E96F-52BA-4C93-B88B-1F40689CD37F}" destId="{5AC7BFF5-A548-4C7C-AD3A-46A2B5563B42}" srcOrd="4" destOrd="0" presId="urn:microsoft.com/office/officeart/2008/layout/LinedList"/>
    <dgm:cxn modelId="{B1D4BE56-C3C9-470B-93C2-FF9EB929E4E7}" type="presParOf" srcId="{9978E96F-52BA-4C93-B88B-1F40689CD37F}" destId="{8B094079-15CA-4E10-965A-A7538695F218}" srcOrd="5" destOrd="0" presId="urn:microsoft.com/office/officeart/2008/layout/LinedList"/>
    <dgm:cxn modelId="{6421F741-3365-4155-930E-FBA3E201492A}" type="presParOf" srcId="{8B094079-15CA-4E10-965A-A7538695F218}" destId="{E0E4CAD8-17F9-4802-8660-E479FBB1FB03}" srcOrd="0" destOrd="0" presId="urn:microsoft.com/office/officeart/2008/layout/LinedList"/>
    <dgm:cxn modelId="{CDC06E1A-FE1A-4D1B-A8D5-C53E78653AB1}" type="presParOf" srcId="{8B094079-15CA-4E10-965A-A7538695F218}" destId="{FCE241B7-3C25-4C87-A69A-AEF7314D7004}" srcOrd="1" destOrd="0" presId="urn:microsoft.com/office/officeart/2008/layout/LinedList"/>
    <dgm:cxn modelId="{666C224A-90AE-45A2-AE7C-6AE0268CDC8B}" type="presParOf" srcId="{9978E96F-52BA-4C93-B88B-1F40689CD37F}" destId="{D36635E0-CC27-4451-83E6-7F3A5402222A}" srcOrd="6" destOrd="0" presId="urn:microsoft.com/office/officeart/2008/layout/LinedList"/>
    <dgm:cxn modelId="{C0B22721-E82E-450A-8B74-10C72BEC041A}" type="presParOf" srcId="{9978E96F-52BA-4C93-B88B-1F40689CD37F}" destId="{2A0EC472-50EE-4F4F-9A3B-73B294BF40B5}" srcOrd="7" destOrd="0" presId="urn:microsoft.com/office/officeart/2008/layout/LinedList"/>
    <dgm:cxn modelId="{0B766282-458E-44EA-9A25-59432DC6A654}" type="presParOf" srcId="{2A0EC472-50EE-4F4F-9A3B-73B294BF40B5}" destId="{A9C5F36C-F9A6-460C-AA68-BC7D3E15FBEF}" srcOrd="0" destOrd="0" presId="urn:microsoft.com/office/officeart/2008/layout/LinedList"/>
    <dgm:cxn modelId="{10402838-2278-4142-85C1-B30DC8A9128E}" type="presParOf" srcId="{2A0EC472-50EE-4F4F-9A3B-73B294BF40B5}" destId="{6F55EC79-DD22-4702-A7C3-997BD4BCB7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E04675-9D50-4C16-8DD6-4E17FF04710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54F2792-2085-4D53-8C90-D1078E8A7964}">
      <dgm:prSet/>
      <dgm:spPr/>
      <dgm:t>
        <a:bodyPr/>
        <a:lstStyle/>
        <a:p>
          <a:r>
            <a:rPr lang="en-US"/>
            <a:t>Train/Test Split: 80/20</a:t>
          </a:r>
        </a:p>
      </dgm:t>
    </dgm:pt>
    <dgm:pt modelId="{68E7A026-209E-4379-8529-8A95AC1EE12B}" type="parTrans" cxnId="{0F5BAC0B-7E7D-4D8D-B2DD-A69E2C58CD21}">
      <dgm:prSet/>
      <dgm:spPr/>
      <dgm:t>
        <a:bodyPr/>
        <a:lstStyle/>
        <a:p>
          <a:endParaRPr lang="en-US"/>
        </a:p>
      </dgm:t>
    </dgm:pt>
    <dgm:pt modelId="{4FF2C938-B6E0-4D31-9778-925FB849AFE1}" type="sibTrans" cxnId="{0F5BAC0B-7E7D-4D8D-B2DD-A69E2C58CD21}">
      <dgm:prSet/>
      <dgm:spPr/>
      <dgm:t>
        <a:bodyPr/>
        <a:lstStyle/>
        <a:p>
          <a:endParaRPr lang="en-US"/>
        </a:p>
      </dgm:t>
    </dgm:pt>
    <dgm:pt modelId="{67284C55-92ED-46C9-8190-C1DE79DF9E49}">
      <dgm:prSet/>
      <dgm:spPr/>
      <dgm:t>
        <a:bodyPr/>
        <a:lstStyle/>
        <a:p>
          <a:r>
            <a:rPr lang="en-US"/>
            <a:t>Metrics: Accuracy – 99%, Precision – 90%, Recall – 95%, F1-Score – Balanced metric for fraud detection, ROC-AUC - Measures classifier performance across thresholds</a:t>
          </a:r>
        </a:p>
      </dgm:t>
    </dgm:pt>
    <dgm:pt modelId="{696E9CEF-0F25-46C7-88BB-F4075CE76146}" type="parTrans" cxnId="{813682DB-EEEC-4F20-A940-EBB3A34FB450}">
      <dgm:prSet/>
      <dgm:spPr/>
      <dgm:t>
        <a:bodyPr/>
        <a:lstStyle/>
        <a:p>
          <a:endParaRPr lang="en-US"/>
        </a:p>
      </dgm:t>
    </dgm:pt>
    <dgm:pt modelId="{05F324F5-9875-456A-8FA7-94C8140B109D}" type="sibTrans" cxnId="{813682DB-EEEC-4F20-A940-EBB3A34FB450}">
      <dgm:prSet/>
      <dgm:spPr/>
      <dgm:t>
        <a:bodyPr/>
        <a:lstStyle/>
        <a:p>
          <a:endParaRPr lang="en-US"/>
        </a:p>
      </dgm:t>
    </dgm:pt>
    <dgm:pt modelId="{7F92043A-A633-47AC-86A6-B75A5781D6B5}">
      <dgm:prSet/>
      <dgm:spPr/>
      <dgm:t>
        <a:bodyPr/>
        <a:lstStyle/>
        <a:p>
          <a:r>
            <a:rPr lang="en-US"/>
            <a:t>Emphasis on high recall and balanced precision</a:t>
          </a:r>
        </a:p>
      </dgm:t>
    </dgm:pt>
    <dgm:pt modelId="{501A396C-F696-4C8B-BD5A-4B15B6C16634}" type="parTrans" cxnId="{06E16A85-D95E-41EB-B33E-8B28ECF60BB2}">
      <dgm:prSet/>
      <dgm:spPr/>
      <dgm:t>
        <a:bodyPr/>
        <a:lstStyle/>
        <a:p>
          <a:endParaRPr lang="en-US"/>
        </a:p>
      </dgm:t>
    </dgm:pt>
    <dgm:pt modelId="{F8C081D1-7EC5-4CBB-B4D7-EF26AA31C362}" type="sibTrans" cxnId="{06E16A85-D95E-41EB-B33E-8B28ECF60BB2}">
      <dgm:prSet/>
      <dgm:spPr/>
      <dgm:t>
        <a:bodyPr/>
        <a:lstStyle/>
        <a:p>
          <a:endParaRPr lang="en-US"/>
        </a:p>
      </dgm:t>
    </dgm:pt>
    <dgm:pt modelId="{7751BB96-DBE1-4982-8C53-BBF592B35516}" type="pres">
      <dgm:prSet presAssocID="{E1E04675-9D50-4C16-8DD6-4E17FF04710E}" presName="root" presStyleCnt="0">
        <dgm:presLayoutVars>
          <dgm:dir/>
          <dgm:resizeHandles val="exact"/>
        </dgm:presLayoutVars>
      </dgm:prSet>
      <dgm:spPr/>
    </dgm:pt>
    <dgm:pt modelId="{C7D80806-09A3-47B5-8C5D-FBDB9C571B75}" type="pres">
      <dgm:prSet presAssocID="{954F2792-2085-4D53-8C90-D1078E8A7964}" presName="compNode" presStyleCnt="0"/>
      <dgm:spPr/>
    </dgm:pt>
    <dgm:pt modelId="{FB91EC42-8B7E-4E0D-A662-325FEE1C0494}" type="pres">
      <dgm:prSet presAssocID="{954F2792-2085-4D53-8C90-D1078E8A7964}" presName="bgRect" presStyleLbl="bgShp" presStyleIdx="0" presStyleCnt="3"/>
      <dgm:spPr/>
    </dgm:pt>
    <dgm:pt modelId="{D98A94FF-ECAC-4CBA-825E-95EFBB5EEE55}" type="pres">
      <dgm:prSet presAssocID="{954F2792-2085-4D53-8C90-D1078E8A79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699EFE6D-EBFE-4B96-BF4F-602760752B7E}" type="pres">
      <dgm:prSet presAssocID="{954F2792-2085-4D53-8C90-D1078E8A7964}" presName="spaceRect" presStyleCnt="0"/>
      <dgm:spPr/>
    </dgm:pt>
    <dgm:pt modelId="{572C9DFF-E1CB-4CB9-8DA4-EF852252D668}" type="pres">
      <dgm:prSet presAssocID="{954F2792-2085-4D53-8C90-D1078E8A7964}" presName="parTx" presStyleLbl="revTx" presStyleIdx="0" presStyleCnt="3">
        <dgm:presLayoutVars>
          <dgm:chMax val="0"/>
          <dgm:chPref val="0"/>
        </dgm:presLayoutVars>
      </dgm:prSet>
      <dgm:spPr/>
    </dgm:pt>
    <dgm:pt modelId="{3CC02C29-9843-4B69-B520-38520A6EE992}" type="pres">
      <dgm:prSet presAssocID="{4FF2C938-B6E0-4D31-9778-925FB849AFE1}" presName="sibTrans" presStyleCnt="0"/>
      <dgm:spPr/>
    </dgm:pt>
    <dgm:pt modelId="{EAEF90DC-0CC8-4E74-AF97-BECB4C06612D}" type="pres">
      <dgm:prSet presAssocID="{67284C55-92ED-46C9-8190-C1DE79DF9E49}" presName="compNode" presStyleCnt="0"/>
      <dgm:spPr/>
    </dgm:pt>
    <dgm:pt modelId="{9B217980-3C7C-494A-BEF9-572EDCF36ED9}" type="pres">
      <dgm:prSet presAssocID="{67284C55-92ED-46C9-8190-C1DE79DF9E49}" presName="bgRect" presStyleLbl="bgShp" presStyleIdx="1" presStyleCnt="3"/>
      <dgm:spPr/>
    </dgm:pt>
    <dgm:pt modelId="{5D31EB01-672C-403C-B2B4-9139156893F2}" type="pres">
      <dgm:prSet presAssocID="{67284C55-92ED-46C9-8190-C1DE79DF9E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6E3F222-EE18-4F99-A72E-BF03FC291091}" type="pres">
      <dgm:prSet presAssocID="{67284C55-92ED-46C9-8190-C1DE79DF9E49}" presName="spaceRect" presStyleCnt="0"/>
      <dgm:spPr/>
    </dgm:pt>
    <dgm:pt modelId="{9C7E1672-15DC-4D13-846D-7A7F30CF6E0E}" type="pres">
      <dgm:prSet presAssocID="{67284C55-92ED-46C9-8190-C1DE79DF9E49}" presName="parTx" presStyleLbl="revTx" presStyleIdx="1" presStyleCnt="3">
        <dgm:presLayoutVars>
          <dgm:chMax val="0"/>
          <dgm:chPref val="0"/>
        </dgm:presLayoutVars>
      </dgm:prSet>
      <dgm:spPr/>
    </dgm:pt>
    <dgm:pt modelId="{18278A20-35ED-40CF-8DA1-AD82BB6744D9}" type="pres">
      <dgm:prSet presAssocID="{05F324F5-9875-456A-8FA7-94C8140B109D}" presName="sibTrans" presStyleCnt="0"/>
      <dgm:spPr/>
    </dgm:pt>
    <dgm:pt modelId="{BD68D4F1-CB45-4575-B883-0DA82F935FE8}" type="pres">
      <dgm:prSet presAssocID="{7F92043A-A633-47AC-86A6-B75A5781D6B5}" presName="compNode" presStyleCnt="0"/>
      <dgm:spPr/>
    </dgm:pt>
    <dgm:pt modelId="{AE4FC40E-FA9D-4082-BE99-8CE13A5F24E8}" type="pres">
      <dgm:prSet presAssocID="{7F92043A-A633-47AC-86A6-B75A5781D6B5}" presName="bgRect" presStyleLbl="bgShp" presStyleIdx="2" presStyleCnt="3"/>
      <dgm:spPr/>
    </dgm:pt>
    <dgm:pt modelId="{E0CA1133-6BBF-4671-B2DD-F8E098CE8D67}" type="pres">
      <dgm:prSet presAssocID="{7F92043A-A633-47AC-86A6-B75A5781D6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92BC818-5C21-4112-93FE-18CD7140DF08}" type="pres">
      <dgm:prSet presAssocID="{7F92043A-A633-47AC-86A6-B75A5781D6B5}" presName="spaceRect" presStyleCnt="0"/>
      <dgm:spPr/>
    </dgm:pt>
    <dgm:pt modelId="{4BEC2887-9D3F-4ED5-9753-53D6A4A8F579}" type="pres">
      <dgm:prSet presAssocID="{7F92043A-A633-47AC-86A6-B75A5781D6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F5BAC0B-7E7D-4D8D-B2DD-A69E2C58CD21}" srcId="{E1E04675-9D50-4C16-8DD6-4E17FF04710E}" destId="{954F2792-2085-4D53-8C90-D1078E8A7964}" srcOrd="0" destOrd="0" parTransId="{68E7A026-209E-4379-8529-8A95AC1EE12B}" sibTransId="{4FF2C938-B6E0-4D31-9778-925FB849AFE1}"/>
    <dgm:cxn modelId="{06E16A85-D95E-41EB-B33E-8B28ECF60BB2}" srcId="{E1E04675-9D50-4C16-8DD6-4E17FF04710E}" destId="{7F92043A-A633-47AC-86A6-B75A5781D6B5}" srcOrd="2" destOrd="0" parTransId="{501A396C-F696-4C8B-BD5A-4B15B6C16634}" sibTransId="{F8C081D1-7EC5-4CBB-B4D7-EF26AA31C362}"/>
    <dgm:cxn modelId="{439DF28D-DDBF-4D08-9E1E-A2638CB92A64}" type="presOf" srcId="{7F92043A-A633-47AC-86A6-B75A5781D6B5}" destId="{4BEC2887-9D3F-4ED5-9753-53D6A4A8F579}" srcOrd="0" destOrd="0" presId="urn:microsoft.com/office/officeart/2018/2/layout/IconVerticalSolidList"/>
    <dgm:cxn modelId="{FC2D62BF-8688-43B7-8C1A-DF0E890274F8}" type="presOf" srcId="{E1E04675-9D50-4C16-8DD6-4E17FF04710E}" destId="{7751BB96-DBE1-4982-8C53-BBF592B35516}" srcOrd="0" destOrd="0" presId="urn:microsoft.com/office/officeart/2018/2/layout/IconVerticalSolidList"/>
    <dgm:cxn modelId="{214AC0D1-C732-4C14-8D5D-C075EB1A46C6}" type="presOf" srcId="{954F2792-2085-4D53-8C90-D1078E8A7964}" destId="{572C9DFF-E1CB-4CB9-8DA4-EF852252D668}" srcOrd="0" destOrd="0" presId="urn:microsoft.com/office/officeart/2018/2/layout/IconVerticalSolidList"/>
    <dgm:cxn modelId="{AF8DEFD4-5654-4122-B77F-304DE536E48A}" type="presOf" srcId="{67284C55-92ED-46C9-8190-C1DE79DF9E49}" destId="{9C7E1672-15DC-4D13-846D-7A7F30CF6E0E}" srcOrd="0" destOrd="0" presId="urn:microsoft.com/office/officeart/2018/2/layout/IconVerticalSolidList"/>
    <dgm:cxn modelId="{813682DB-EEEC-4F20-A940-EBB3A34FB450}" srcId="{E1E04675-9D50-4C16-8DD6-4E17FF04710E}" destId="{67284C55-92ED-46C9-8190-C1DE79DF9E49}" srcOrd="1" destOrd="0" parTransId="{696E9CEF-0F25-46C7-88BB-F4075CE76146}" sibTransId="{05F324F5-9875-456A-8FA7-94C8140B109D}"/>
    <dgm:cxn modelId="{8145BF57-27B6-4848-9839-CFCF7A20390E}" type="presParOf" srcId="{7751BB96-DBE1-4982-8C53-BBF592B35516}" destId="{C7D80806-09A3-47B5-8C5D-FBDB9C571B75}" srcOrd="0" destOrd="0" presId="urn:microsoft.com/office/officeart/2018/2/layout/IconVerticalSolidList"/>
    <dgm:cxn modelId="{1C9C8D92-4960-4959-97FA-C3203E104809}" type="presParOf" srcId="{C7D80806-09A3-47B5-8C5D-FBDB9C571B75}" destId="{FB91EC42-8B7E-4E0D-A662-325FEE1C0494}" srcOrd="0" destOrd="0" presId="urn:microsoft.com/office/officeart/2018/2/layout/IconVerticalSolidList"/>
    <dgm:cxn modelId="{04D3D6DC-68A7-426B-9E75-A236752AE0B4}" type="presParOf" srcId="{C7D80806-09A3-47B5-8C5D-FBDB9C571B75}" destId="{D98A94FF-ECAC-4CBA-825E-95EFBB5EEE55}" srcOrd="1" destOrd="0" presId="urn:microsoft.com/office/officeart/2018/2/layout/IconVerticalSolidList"/>
    <dgm:cxn modelId="{C6CF34B7-63E1-4939-B817-10EC1DAE7392}" type="presParOf" srcId="{C7D80806-09A3-47B5-8C5D-FBDB9C571B75}" destId="{699EFE6D-EBFE-4B96-BF4F-602760752B7E}" srcOrd="2" destOrd="0" presId="urn:microsoft.com/office/officeart/2018/2/layout/IconVerticalSolidList"/>
    <dgm:cxn modelId="{720AB1BA-C8F5-4543-80F8-D62A34583DF7}" type="presParOf" srcId="{C7D80806-09A3-47B5-8C5D-FBDB9C571B75}" destId="{572C9DFF-E1CB-4CB9-8DA4-EF852252D668}" srcOrd="3" destOrd="0" presId="urn:microsoft.com/office/officeart/2018/2/layout/IconVerticalSolidList"/>
    <dgm:cxn modelId="{E2944671-8FE3-4700-8A41-29FB9F19A528}" type="presParOf" srcId="{7751BB96-DBE1-4982-8C53-BBF592B35516}" destId="{3CC02C29-9843-4B69-B520-38520A6EE992}" srcOrd="1" destOrd="0" presId="urn:microsoft.com/office/officeart/2018/2/layout/IconVerticalSolidList"/>
    <dgm:cxn modelId="{9C667EAA-6661-4CE1-B5F9-E9B8335104C9}" type="presParOf" srcId="{7751BB96-DBE1-4982-8C53-BBF592B35516}" destId="{EAEF90DC-0CC8-4E74-AF97-BECB4C06612D}" srcOrd="2" destOrd="0" presId="urn:microsoft.com/office/officeart/2018/2/layout/IconVerticalSolidList"/>
    <dgm:cxn modelId="{911E3526-5093-4FB0-9C9D-06A20BC5AE4C}" type="presParOf" srcId="{EAEF90DC-0CC8-4E74-AF97-BECB4C06612D}" destId="{9B217980-3C7C-494A-BEF9-572EDCF36ED9}" srcOrd="0" destOrd="0" presId="urn:microsoft.com/office/officeart/2018/2/layout/IconVerticalSolidList"/>
    <dgm:cxn modelId="{61B505EA-D59A-43CD-A70B-56AA5CD2F518}" type="presParOf" srcId="{EAEF90DC-0CC8-4E74-AF97-BECB4C06612D}" destId="{5D31EB01-672C-403C-B2B4-9139156893F2}" srcOrd="1" destOrd="0" presId="urn:microsoft.com/office/officeart/2018/2/layout/IconVerticalSolidList"/>
    <dgm:cxn modelId="{FFF99BC2-2F15-4B09-B7A5-9A6F70EBD6B4}" type="presParOf" srcId="{EAEF90DC-0CC8-4E74-AF97-BECB4C06612D}" destId="{36E3F222-EE18-4F99-A72E-BF03FC291091}" srcOrd="2" destOrd="0" presId="urn:microsoft.com/office/officeart/2018/2/layout/IconVerticalSolidList"/>
    <dgm:cxn modelId="{C64F6403-C0E9-471D-83BB-A8EE3B841523}" type="presParOf" srcId="{EAEF90DC-0CC8-4E74-AF97-BECB4C06612D}" destId="{9C7E1672-15DC-4D13-846D-7A7F30CF6E0E}" srcOrd="3" destOrd="0" presId="urn:microsoft.com/office/officeart/2018/2/layout/IconVerticalSolidList"/>
    <dgm:cxn modelId="{7BA0A0BC-4B9E-4550-BF1E-F122316EA708}" type="presParOf" srcId="{7751BB96-DBE1-4982-8C53-BBF592B35516}" destId="{18278A20-35ED-40CF-8DA1-AD82BB6744D9}" srcOrd="3" destOrd="0" presId="urn:microsoft.com/office/officeart/2018/2/layout/IconVerticalSolidList"/>
    <dgm:cxn modelId="{034757F9-1CE2-4568-B703-975599008390}" type="presParOf" srcId="{7751BB96-DBE1-4982-8C53-BBF592B35516}" destId="{BD68D4F1-CB45-4575-B883-0DA82F935FE8}" srcOrd="4" destOrd="0" presId="urn:microsoft.com/office/officeart/2018/2/layout/IconVerticalSolidList"/>
    <dgm:cxn modelId="{8C2EBE42-7C67-4C7C-9F01-3175708E425B}" type="presParOf" srcId="{BD68D4F1-CB45-4575-B883-0DA82F935FE8}" destId="{AE4FC40E-FA9D-4082-BE99-8CE13A5F24E8}" srcOrd="0" destOrd="0" presId="urn:microsoft.com/office/officeart/2018/2/layout/IconVerticalSolidList"/>
    <dgm:cxn modelId="{A9BD1BB9-1659-45D4-8DC5-A198F8A150A6}" type="presParOf" srcId="{BD68D4F1-CB45-4575-B883-0DA82F935FE8}" destId="{E0CA1133-6BBF-4671-B2DD-F8E098CE8D67}" srcOrd="1" destOrd="0" presId="urn:microsoft.com/office/officeart/2018/2/layout/IconVerticalSolidList"/>
    <dgm:cxn modelId="{C3955B42-F008-4D92-9006-5F9020B5BC66}" type="presParOf" srcId="{BD68D4F1-CB45-4575-B883-0DA82F935FE8}" destId="{492BC818-5C21-4112-93FE-18CD7140DF08}" srcOrd="2" destOrd="0" presId="urn:microsoft.com/office/officeart/2018/2/layout/IconVerticalSolidList"/>
    <dgm:cxn modelId="{3F5402D4-987C-4F1D-8258-E39E79E9191C}" type="presParOf" srcId="{BD68D4F1-CB45-4575-B883-0DA82F935FE8}" destId="{4BEC2887-9D3F-4ED5-9753-53D6A4A8F5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1656842-F872-4819-999F-FD9985309C8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AE5FDA-9D32-44E5-9008-04AFCBFDD98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Built using Python + Streamlit for easy interaction</a:t>
          </a:r>
        </a:p>
      </dgm:t>
    </dgm:pt>
    <dgm:pt modelId="{DE2435D7-A28E-45D0-A9D3-D472BAD94CAF}" type="parTrans" cxnId="{A4BC3502-6144-4833-BCB7-0B8060F275A3}">
      <dgm:prSet/>
      <dgm:spPr/>
      <dgm:t>
        <a:bodyPr/>
        <a:lstStyle/>
        <a:p>
          <a:endParaRPr lang="en-US"/>
        </a:p>
      </dgm:t>
    </dgm:pt>
    <dgm:pt modelId="{B57C41A2-001A-4255-9BC8-321CB9D13204}" type="sibTrans" cxnId="{A4BC3502-6144-4833-BCB7-0B8060F275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1846AF2-BE76-4348-AA46-7459B02DBC2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 inputs: transaction type, amount, balances</a:t>
          </a:r>
        </a:p>
      </dgm:t>
    </dgm:pt>
    <dgm:pt modelId="{2603D450-17D4-41D4-A968-1870E23BB11D}" type="parTrans" cxnId="{F033DE6F-95E1-4A16-ABE5-4F503693B2AF}">
      <dgm:prSet/>
      <dgm:spPr/>
      <dgm:t>
        <a:bodyPr/>
        <a:lstStyle/>
        <a:p>
          <a:endParaRPr lang="en-US"/>
        </a:p>
      </dgm:t>
    </dgm:pt>
    <dgm:pt modelId="{0542A430-230E-4F00-AFE3-ED28DE6E39F2}" type="sibTrans" cxnId="{F033DE6F-95E1-4A16-ABE5-4F503693B2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0F25029-6F67-4814-BEC9-0C6113FFE1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Output: Prediction with color-coded fraud warning</a:t>
          </a:r>
        </a:p>
      </dgm:t>
    </dgm:pt>
    <dgm:pt modelId="{299D6074-373F-47B6-866B-DE6008026083}" type="parTrans" cxnId="{26CA98D0-CDF3-4FBA-AF1E-9FDF5903D852}">
      <dgm:prSet/>
      <dgm:spPr/>
      <dgm:t>
        <a:bodyPr/>
        <a:lstStyle/>
        <a:p>
          <a:endParaRPr lang="en-US"/>
        </a:p>
      </dgm:t>
    </dgm:pt>
    <dgm:pt modelId="{2D02CA77-1A43-4017-956E-DAB3C5EA77C3}" type="sibTrans" cxnId="{26CA98D0-CDF3-4FBA-AF1E-9FDF5903D85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1DB675-2ECF-447D-B3D5-E69CA2BF1C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Simple and intuitive interface for real-time use</a:t>
          </a:r>
        </a:p>
      </dgm:t>
    </dgm:pt>
    <dgm:pt modelId="{043406C8-F76B-4DE1-931A-1F0BCECA0D77}" type="parTrans" cxnId="{71AB8914-7D01-484A-B8C7-CC00CA3B5C32}">
      <dgm:prSet/>
      <dgm:spPr/>
      <dgm:t>
        <a:bodyPr/>
        <a:lstStyle/>
        <a:p>
          <a:endParaRPr lang="en-US"/>
        </a:p>
      </dgm:t>
    </dgm:pt>
    <dgm:pt modelId="{74B43DFC-E6B9-47D4-9D92-ADBA88F74D62}" type="sibTrans" cxnId="{71AB8914-7D01-484A-B8C7-CC00CA3B5C32}">
      <dgm:prSet/>
      <dgm:spPr/>
      <dgm:t>
        <a:bodyPr/>
        <a:lstStyle/>
        <a:p>
          <a:endParaRPr lang="en-US"/>
        </a:p>
      </dgm:t>
    </dgm:pt>
    <dgm:pt modelId="{5466673E-2915-4B62-BB74-AEADA7E03812}" type="pres">
      <dgm:prSet presAssocID="{21656842-F872-4819-999F-FD9985309C8A}" presName="root" presStyleCnt="0">
        <dgm:presLayoutVars>
          <dgm:dir/>
          <dgm:resizeHandles val="exact"/>
        </dgm:presLayoutVars>
      </dgm:prSet>
      <dgm:spPr/>
    </dgm:pt>
    <dgm:pt modelId="{06239171-F496-4A9B-9D57-EB633B349309}" type="pres">
      <dgm:prSet presAssocID="{21656842-F872-4819-999F-FD9985309C8A}" presName="container" presStyleCnt="0">
        <dgm:presLayoutVars>
          <dgm:dir/>
          <dgm:resizeHandles val="exact"/>
        </dgm:presLayoutVars>
      </dgm:prSet>
      <dgm:spPr/>
    </dgm:pt>
    <dgm:pt modelId="{1E08C0F4-8AE0-4769-9E47-5FC6D8D1BDDC}" type="pres">
      <dgm:prSet presAssocID="{39AE5FDA-9D32-44E5-9008-04AFCBFDD98B}" presName="compNode" presStyleCnt="0"/>
      <dgm:spPr/>
    </dgm:pt>
    <dgm:pt modelId="{ADA088AE-FC4A-44E8-9F7F-A2033E758E70}" type="pres">
      <dgm:prSet presAssocID="{39AE5FDA-9D32-44E5-9008-04AFCBFDD98B}" presName="iconBgRect" presStyleLbl="bgShp" presStyleIdx="0" presStyleCnt="4"/>
      <dgm:spPr/>
    </dgm:pt>
    <dgm:pt modelId="{FE1C564F-43C9-4B6A-8BDB-D955DA27BB21}" type="pres">
      <dgm:prSet presAssocID="{39AE5FDA-9D32-44E5-9008-04AFCBFDD98B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1180B69-514A-4AC4-A233-29971AEC51F0}" type="pres">
      <dgm:prSet presAssocID="{39AE5FDA-9D32-44E5-9008-04AFCBFDD98B}" presName="spaceRect" presStyleCnt="0"/>
      <dgm:spPr/>
    </dgm:pt>
    <dgm:pt modelId="{AEAE8D06-65A3-47B2-B84C-9248154B921F}" type="pres">
      <dgm:prSet presAssocID="{39AE5FDA-9D32-44E5-9008-04AFCBFDD98B}" presName="textRect" presStyleLbl="revTx" presStyleIdx="0" presStyleCnt="4">
        <dgm:presLayoutVars>
          <dgm:chMax val="1"/>
          <dgm:chPref val="1"/>
        </dgm:presLayoutVars>
      </dgm:prSet>
      <dgm:spPr/>
    </dgm:pt>
    <dgm:pt modelId="{0C718120-EFEA-4D0B-A809-94E275897CF8}" type="pres">
      <dgm:prSet presAssocID="{B57C41A2-001A-4255-9BC8-321CB9D13204}" presName="sibTrans" presStyleLbl="sibTrans2D1" presStyleIdx="0" presStyleCnt="0"/>
      <dgm:spPr/>
    </dgm:pt>
    <dgm:pt modelId="{12DA6A70-759A-463C-A3C9-AE83D268616B}" type="pres">
      <dgm:prSet presAssocID="{41846AF2-BE76-4348-AA46-7459B02DBC24}" presName="compNode" presStyleCnt="0"/>
      <dgm:spPr/>
    </dgm:pt>
    <dgm:pt modelId="{BBF93B98-362C-430C-9BEF-3887A41B0A00}" type="pres">
      <dgm:prSet presAssocID="{41846AF2-BE76-4348-AA46-7459B02DBC24}" presName="iconBgRect" presStyleLbl="bgShp" presStyleIdx="1" presStyleCnt="4"/>
      <dgm:spPr/>
    </dgm:pt>
    <dgm:pt modelId="{68E5077C-77F4-4F8E-ADA9-B58D6F197EEB}" type="pres">
      <dgm:prSet presAssocID="{41846AF2-BE76-4348-AA46-7459B02DBC2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720DFE79-99E7-4949-A10D-FC09A6632698}" type="pres">
      <dgm:prSet presAssocID="{41846AF2-BE76-4348-AA46-7459B02DBC24}" presName="spaceRect" presStyleCnt="0"/>
      <dgm:spPr/>
    </dgm:pt>
    <dgm:pt modelId="{0A4532DB-B967-4309-9A08-71BDBD7F74FA}" type="pres">
      <dgm:prSet presAssocID="{41846AF2-BE76-4348-AA46-7459B02DBC24}" presName="textRect" presStyleLbl="revTx" presStyleIdx="1" presStyleCnt="4">
        <dgm:presLayoutVars>
          <dgm:chMax val="1"/>
          <dgm:chPref val="1"/>
        </dgm:presLayoutVars>
      </dgm:prSet>
      <dgm:spPr/>
    </dgm:pt>
    <dgm:pt modelId="{8A868D78-DA7D-42FB-B6F3-4A55AF8312CE}" type="pres">
      <dgm:prSet presAssocID="{0542A430-230E-4F00-AFE3-ED28DE6E39F2}" presName="sibTrans" presStyleLbl="sibTrans2D1" presStyleIdx="0" presStyleCnt="0"/>
      <dgm:spPr/>
    </dgm:pt>
    <dgm:pt modelId="{2C48D53A-5C4D-4362-8607-C4D9D88DB804}" type="pres">
      <dgm:prSet presAssocID="{B0F25029-6F67-4814-BEC9-0C6113FFE142}" presName="compNode" presStyleCnt="0"/>
      <dgm:spPr/>
    </dgm:pt>
    <dgm:pt modelId="{50AFE6BA-04AC-46FA-B860-599A44B989CB}" type="pres">
      <dgm:prSet presAssocID="{B0F25029-6F67-4814-BEC9-0C6113FFE142}" presName="iconBgRect" presStyleLbl="bgShp" presStyleIdx="2" presStyleCnt="4"/>
      <dgm:spPr/>
    </dgm:pt>
    <dgm:pt modelId="{C2A9ECF2-2FBB-4EBD-874D-AACAEF56C747}" type="pres">
      <dgm:prSet presAssocID="{B0F25029-6F67-4814-BEC9-0C6113FFE14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DB575F9-5DAF-44EB-B69A-A505674A7BC2}" type="pres">
      <dgm:prSet presAssocID="{B0F25029-6F67-4814-BEC9-0C6113FFE142}" presName="spaceRect" presStyleCnt="0"/>
      <dgm:spPr/>
    </dgm:pt>
    <dgm:pt modelId="{A4EE5C44-C46B-4ECB-8FA9-6E3965C194E2}" type="pres">
      <dgm:prSet presAssocID="{B0F25029-6F67-4814-BEC9-0C6113FFE142}" presName="textRect" presStyleLbl="revTx" presStyleIdx="2" presStyleCnt="4">
        <dgm:presLayoutVars>
          <dgm:chMax val="1"/>
          <dgm:chPref val="1"/>
        </dgm:presLayoutVars>
      </dgm:prSet>
      <dgm:spPr/>
    </dgm:pt>
    <dgm:pt modelId="{570E6E31-A533-49A6-AC6F-CC166BF04CC0}" type="pres">
      <dgm:prSet presAssocID="{2D02CA77-1A43-4017-956E-DAB3C5EA77C3}" presName="sibTrans" presStyleLbl="sibTrans2D1" presStyleIdx="0" presStyleCnt="0"/>
      <dgm:spPr/>
    </dgm:pt>
    <dgm:pt modelId="{59776AC6-2377-4FFC-B6E5-B6F71058AC44}" type="pres">
      <dgm:prSet presAssocID="{611DB675-2ECF-447D-B3D5-E69CA2BF1C3F}" presName="compNode" presStyleCnt="0"/>
      <dgm:spPr/>
    </dgm:pt>
    <dgm:pt modelId="{BBF5032C-EF61-4799-8E6F-8D2CE700C528}" type="pres">
      <dgm:prSet presAssocID="{611DB675-2ECF-447D-B3D5-E69CA2BF1C3F}" presName="iconBgRect" presStyleLbl="bgShp" presStyleIdx="3" presStyleCnt="4"/>
      <dgm:spPr/>
    </dgm:pt>
    <dgm:pt modelId="{ADD468EC-921A-4822-9FAA-2897ACD431BC}" type="pres">
      <dgm:prSet presAssocID="{611DB675-2ECF-447D-B3D5-E69CA2BF1C3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09DBD2C-B552-4A03-94BB-7E35B5BBB5F3}" type="pres">
      <dgm:prSet presAssocID="{611DB675-2ECF-447D-B3D5-E69CA2BF1C3F}" presName="spaceRect" presStyleCnt="0"/>
      <dgm:spPr/>
    </dgm:pt>
    <dgm:pt modelId="{D64DE0AF-DD95-425B-8C84-DC58F28032B0}" type="pres">
      <dgm:prSet presAssocID="{611DB675-2ECF-447D-B3D5-E69CA2BF1C3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4BC3502-6144-4833-BCB7-0B8060F275A3}" srcId="{21656842-F872-4819-999F-FD9985309C8A}" destId="{39AE5FDA-9D32-44E5-9008-04AFCBFDD98B}" srcOrd="0" destOrd="0" parTransId="{DE2435D7-A28E-45D0-A9D3-D472BAD94CAF}" sibTransId="{B57C41A2-001A-4255-9BC8-321CB9D13204}"/>
    <dgm:cxn modelId="{3732F80B-6974-4E3B-997C-A4FC46416994}" type="presOf" srcId="{21656842-F872-4819-999F-FD9985309C8A}" destId="{5466673E-2915-4B62-BB74-AEADA7E03812}" srcOrd="0" destOrd="0" presId="urn:microsoft.com/office/officeart/2018/2/layout/IconCircleList"/>
    <dgm:cxn modelId="{71AB8914-7D01-484A-B8C7-CC00CA3B5C32}" srcId="{21656842-F872-4819-999F-FD9985309C8A}" destId="{611DB675-2ECF-447D-B3D5-E69CA2BF1C3F}" srcOrd="3" destOrd="0" parTransId="{043406C8-F76B-4DE1-931A-1F0BCECA0D77}" sibTransId="{74B43DFC-E6B9-47D4-9D92-ADBA88F74D62}"/>
    <dgm:cxn modelId="{0430B034-3324-47B3-9631-E66C9EFED72D}" type="presOf" srcId="{2D02CA77-1A43-4017-956E-DAB3C5EA77C3}" destId="{570E6E31-A533-49A6-AC6F-CC166BF04CC0}" srcOrd="0" destOrd="0" presId="urn:microsoft.com/office/officeart/2018/2/layout/IconCircleList"/>
    <dgm:cxn modelId="{59D2B43B-51F9-4A76-A38F-AC66E31D4FB5}" type="presOf" srcId="{39AE5FDA-9D32-44E5-9008-04AFCBFDD98B}" destId="{AEAE8D06-65A3-47B2-B84C-9248154B921F}" srcOrd="0" destOrd="0" presId="urn:microsoft.com/office/officeart/2018/2/layout/IconCircleList"/>
    <dgm:cxn modelId="{F033DE6F-95E1-4A16-ABE5-4F503693B2AF}" srcId="{21656842-F872-4819-999F-FD9985309C8A}" destId="{41846AF2-BE76-4348-AA46-7459B02DBC24}" srcOrd="1" destOrd="0" parTransId="{2603D450-17D4-41D4-A968-1870E23BB11D}" sibTransId="{0542A430-230E-4F00-AFE3-ED28DE6E39F2}"/>
    <dgm:cxn modelId="{989A7272-98EF-441E-9487-8DB95CFA3074}" type="presOf" srcId="{41846AF2-BE76-4348-AA46-7459B02DBC24}" destId="{0A4532DB-B967-4309-9A08-71BDBD7F74FA}" srcOrd="0" destOrd="0" presId="urn:microsoft.com/office/officeart/2018/2/layout/IconCircleList"/>
    <dgm:cxn modelId="{3FF6EB59-7A4F-435C-A824-D422F957BE2D}" type="presOf" srcId="{611DB675-2ECF-447D-B3D5-E69CA2BF1C3F}" destId="{D64DE0AF-DD95-425B-8C84-DC58F28032B0}" srcOrd="0" destOrd="0" presId="urn:microsoft.com/office/officeart/2018/2/layout/IconCircleList"/>
    <dgm:cxn modelId="{09B0BC9F-DFD4-4FB2-BCF3-F44018D04DF9}" type="presOf" srcId="{B0F25029-6F67-4814-BEC9-0C6113FFE142}" destId="{A4EE5C44-C46B-4ECB-8FA9-6E3965C194E2}" srcOrd="0" destOrd="0" presId="urn:microsoft.com/office/officeart/2018/2/layout/IconCircleList"/>
    <dgm:cxn modelId="{2B3871A6-CF93-4875-8BBA-58713BDD218E}" type="presOf" srcId="{B57C41A2-001A-4255-9BC8-321CB9D13204}" destId="{0C718120-EFEA-4D0B-A809-94E275897CF8}" srcOrd="0" destOrd="0" presId="urn:microsoft.com/office/officeart/2018/2/layout/IconCircleList"/>
    <dgm:cxn modelId="{26CA98D0-CDF3-4FBA-AF1E-9FDF5903D852}" srcId="{21656842-F872-4819-999F-FD9985309C8A}" destId="{B0F25029-6F67-4814-BEC9-0C6113FFE142}" srcOrd="2" destOrd="0" parTransId="{299D6074-373F-47B6-866B-DE6008026083}" sibTransId="{2D02CA77-1A43-4017-956E-DAB3C5EA77C3}"/>
    <dgm:cxn modelId="{2E76A2E1-9E6E-4EEF-9BA3-F178E08FFF10}" type="presOf" srcId="{0542A430-230E-4F00-AFE3-ED28DE6E39F2}" destId="{8A868D78-DA7D-42FB-B6F3-4A55AF8312CE}" srcOrd="0" destOrd="0" presId="urn:microsoft.com/office/officeart/2018/2/layout/IconCircleList"/>
    <dgm:cxn modelId="{CF68E0CE-AB36-4D45-85D3-F35E38A1CD03}" type="presParOf" srcId="{5466673E-2915-4B62-BB74-AEADA7E03812}" destId="{06239171-F496-4A9B-9D57-EB633B349309}" srcOrd="0" destOrd="0" presId="urn:microsoft.com/office/officeart/2018/2/layout/IconCircleList"/>
    <dgm:cxn modelId="{DA6D1609-F365-438B-B2F1-CD313CAABA99}" type="presParOf" srcId="{06239171-F496-4A9B-9D57-EB633B349309}" destId="{1E08C0F4-8AE0-4769-9E47-5FC6D8D1BDDC}" srcOrd="0" destOrd="0" presId="urn:microsoft.com/office/officeart/2018/2/layout/IconCircleList"/>
    <dgm:cxn modelId="{38AAD9DE-B70E-4E59-9EC1-E439FE7A5A10}" type="presParOf" srcId="{1E08C0F4-8AE0-4769-9E47-5FC6D8D1BDDC}" destId="{ADA088AE-FC4A-44E8-9F7F-A2033E758E70}" srcOrd="0" destOrd="0" presId="urn:microsoft.com/office/officeart/2018/2/layout/IconCircleList"/>
    <dgm:cxn modelId="{8B908FEE-A796-4C54-8464-B069A3796D34}" type="presParOf" srcId="{1E08C0F4-8AE0-4769-9E47-5FC6D8D1BDDC}" destId="{FE1C564F-43C9-4B6A-8BDB-D955DA27BB21}" srcOrd="1" destOrd="0" presId="urn:microsoft.com/office/officeart/2018/2/layout/IconCircleList"/>
    <dgm:cxn modelId="{382CE124-178F-4133-9557-718433DE1365}" type="presParOf" srcId="{1E08C0F4-8AE0-4769-9E47-5FC6D8D1BDDC}" destId="{21180B69-514A-4AC4-A233-29971AEC51F0}" srcOrd="2" destOrd="0" presId="urn:microsoft.com/office/officeart/2018/2/layout/IconCircleList"/>
    <dgm:cxn modelId="{365FC337-189D-4703-A4F5-6D649CC07DEB}" type="presParOf" srcId="{1E08C0F4-8AE0-4769-9E47-5FC6D8D1BDDC}" destId="{AEAE8D06-65A3-47B2-B84C-9248154B921F}" srcOrd="3" destOrd="0" presId="urn:microsoft.com/office/officeart/2018/2/layout/IconCircleList"/>
    <dgm:cxn modelId="{54850531-DC9B-4B3A-B506-CAA186CAE964}" type="presParOf" srcId="{06239171-F496-4A9B-9D57-EB633B349309}" destId="{0C718120-EFEA-4D0B-A809-94E275897CF8}" srcOrd="1" destOrd="0" presId="urn:microsoft.com/office/officeart/2018/2/layout/IconCircleList"/>
    <dgm:cxn modelId="{F5D76D22-52FB-41B1-8B89-09796759DCCB}" type="presParOf" srcId="{06239171-F496-4A9B-9D57-EB633B349309}" destId="{12DA6A70-759A-463C-A3C9-AE83D268616B}" srcOrd="2" destOrd="0" presId="urn:microsoft.com/office/officeart/2018/2/layout/IconCircleList"/>
    <dgm:cxn modelId="{1CA4B2B4-2E32-420B-B9FE-96B10E616AE1}" type="presParOf" srcId="{12DA6A70-759A-463C-A3C9-AE83D268616B}" destId="{BBF93B98-362C-430C-9BEF-3887A41B0A00}" srcOrd="0" destOrd="0" presId="urn:microsoft.com/office/officeart/2018/2/layout/IconCircleList"/>
    <dgm:cxn modelId="{D2256671-9761-40FB-BDDC-21A04B0ECA3C}" type="presParOf" srcId="{12DA6A70-759A-463C-A3C9-AE83D268616B}" destId="{68E5077C-77F4-4F8E-ADA9-B58D6F197EEB}" srcOrd="1" destOrd="0" presId="urn:microsoft.com/office/officeart/2018/2/layout/IconCircleList"/>
    <dgm:cxn modelId="{B20E4A80-FC40-40D6-BE7C-FDB01415C0CF}" type="presParOf" srcId="{12DA6A70-759A-463C-A3C9-AE83D268616B}" destId="{720DFE79-99E7-4949-A10D-FC09A6632698}" srcOrd="2" destOrd="0" presId="urn:microsoft.com/office/officeart/2018/2/layout/IconCircleList"/>
    <dgm:cxn modelId="{A18C115F-B616-4F22-B05F-4ED4623E84D8}" type="presParOf" srcId="{12DA6A70-759A-463C-A3C9-AE83D268616B}" destId="{0A4532DB-B967-4309-9A08-71BDBD7F74FA}" srcOrd="3" destOrd="0" presId="urn:microsoft.com/office/officeart/2018/2/layout/IconCircleList"/>
    <dgm:cxn modelId="{3FBD9933-2024-49B5-A435-EDED46D11102}" type="presParOf" srcId="{06239171-F496-4A9B-9D57-EB633B349309}" destId="{8A868D78-DA7D-42FB-B6F3-4A55AF8312CE}" srcOrd="3" destOrd="0" presId="urn:microsoft.com/office/officeart/2018/2/layout/IconCircleList"/>
    <dgm:cxn modelId="{5D348A85-A27F-4E4A-AAB1-64B1361F6357}" type="presParOf" srcId="{06239171-F496-4A9B-9D57-EB633B349309}" destId="{2C48D53A-5C4D-4362-8607-C4D9D88DB804}" srcOrd="4" destOrd="0" presId="urn:microsoft.com/office/officeart/2018/2/layout/IconCircleList"/>
    <dgm:cxn modelId="{0E4B2920-42BF-4C05-A53A-5CE119147D35}" type="presParOf" srcId="{2C48D53A-5C4D-4362-8607-C4D9D88DB804}" destId="{50AFE6BA-04AC-46FA-B860-599A44B989CB}" srcOrd="0" destOrd="0" presId="urn:microsoft.com/office/officeart/2018/2/layout/IconCircleList"/>
    <dgm:cxn modelId="{CBA687D1-0EBF-4F0B-BDBC-5F83544C13C2}" type="presParOf" srcId="{2C48D53A-5C4D-4362-8607-C4D9D88DB804}" destId="{C2A9ECF2-2FBB-4EBD-874D-AACAEF56C747}" srcOrd="1" destOrd="0" presId="urn:microsoft.com/office/officeart/2018/2/layout/IconCircleList"/>
    <dgm:cxn modelId="{3D6AE7D6-FC3B-42C0-8079-ADD83E07810D}" type="presParOf" srcId="{2C48D53A-5C4D-4362-8607-C4D9D88DB804}" destId="{ADB575F9-5DAF-44EB-B69A-A505674A7BC2}" srcOrd="2" destOrd="0" presId="urn:microsoft.com/office/officeart/2018/2/layout/IconCircleList"/>
    <dgm:cxn modelId="{F114AB0B-16A9-43DA-9FA5-D7AF60CF6228}" type="presParOf" srcId="{2C48D53A-5C4D-4362-8607-C4D9D88DB804}" destId="{A4EE5C44-C46B-4ECB-8FA9-6E3965C194E2}" srcOrd="3" destOrd="0" presId="urn:microsoft.com/office/officeart/2018/2/layout/IconCircleList"/>
    <dgm:cxn modelId="{7A1C67CF-3AA2-47EA-AF33-D6673A96DABD}" type="presParOf" srcId="{06239171-F496-4A9B-9D57-EB633B349309}" destId="{570E6E31-A533-49A6-AC6F-CC166BF04CC0}" srcOrd="5" destOrd="0" presId="urn:microsoft.com/office/officeart/2018/2/layout/IconCircleList"/>
    <dgm:cxn modelId="{F0A4D86F-EB19-4001-A201-FC92A48B3513}" type="presParOf" srcId="{06239171-F496-4A9B-9D57-EB633B349309}" destId="{59776AC6-2377-4FFC-B6E5-B6F71058AC44}" srcOrd="6" destOrd="0" presId="urn:microsoft.com/office/officeart/2018/2/layout/IconCircleList"/>
    <dgm:cxn modelId="{91CDE995-73F2-4789-A5BF-2DC5D126E870}" type="presParOf" srcId="{59776AC6-2377-4FFC-B6E5-B6F71058AC44}" destId="{BBF5032C-EF61-4799-8E6F-8D2CE700C528}" srcOrd="0" destOrd="0" presId="urn:microsoft.com/office/officeart/2018/2/layout/IconCircleList"/>
    <dgm:cxn modelId="{03968418-AFDA-47E0-A584-8057D9634A8F}" type="presParOf" srcId="{59776AC6-2377-4FFC-B6E5-B6F71058AC44}" destId="{ADD468EC-921A-4822-9FAA-2897ACD431BC}" srcOrd="1" destOrd="0" presId="urn:microsoft.com/office/officeart/2018/2/layout/IconCircleList"/>
    <dgm:cxn modelId="{9D28E993-97EA-4E7F-BCBE-B47D82DF889A}" type="presParOf" srcId="{59776AC6-2377-4FFC-B6E5-B6F71058AC44}" destId="{809DBD2C-B552-4A03-94BB-7E35B5BBB5F3}" srcOrd="2" destOrd="0" presId="urn:microsoft.com/office/officeart/2018/2/layout/IconCircleList"/>
    <dgm:cxn modelId="{5808B4F6-737B-47B7-BFB9-CE8B32F8405D}" type="presParOf" srcId="{59776AC6-2377-4FFC-B6E5-B6F71058AC44}" destId="{D64DE0AF-DD95-425B-8C84-DC58F28032B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BA99FEC-1583-47F2-821D-B85F48D46478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D1AD836-4A8A-4F49-A4D4-2C3C3BDAC29D}">
      <dgm:prSet/>
      <dgm:spPr/>
      <dgm:t>
        <a:bodyPr/>
        <a:lstStyle/>
        <a:p>
          <a:r>
            <a:rPr lang="en-US"/>
            <a:t>Feature importance from Random Forest model</a:t>
          </a:r>
        </a:p>
      </dgm:t>
    </dgm:pt>
    <dgm:pt modelId="{AD2DBA33-FD88-457E-AA2D-1F56472940AB}" type="parTrans" cxnId="{B3D7A104-2FA7-4F54-87B5-02378141036D}">
      <dgm:prSet/>
      <dgm:spPr/>
      <dgm:t>
        <a:bodyPr/>
        <a:lstStyle/>
        <a:p>
          <a:endParaRPr lang="en-US"/>
        </a:p>
      </dgm:t>
    </dgm:pt>
    <dgm:pt modelId="{8F3BD909-37E8-43CC-8C07-D59D2B3CAF0B}" type="sibTrans" cxnId="{B3D7A104-2FA7-4F54-87B5-02378141036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CD661BF-C89E-4F53-845D-A69502660078}">
      <dgm:prSet/>
      <dgm:spPr/>
      <dgm:t>
        <a:bodyPr/>
        <a:lstStyle/>
        <a:p>
          <a:r>
            <a:rPr lang="en-US"/>
            <a:t>Top factors: amount, oldbalanceOrg, transaction type</a:t>
          </a:r>
        </a:p>
      </dgm:t>
    </dgm:pt>
    <dgm:pt modelId="{51D40552-1D96-421C-89B5-62F65994A1E3}" type="parTrans" cxnId="{5CE7037A-483B-4EF3-8D37-EF142583BF21}">
      <dgm:prSet/>
      <dgm:spPr/>
      <dgm:t>
        <a:bodyPr/>
        <a:lstStyle/>
        <a:p>
          <a:endParaRPr lang="en-US"/>
        </a:p>
      </dgm:t>
    </dgm:pt>
    <dgm:pt modelId="{E8EDFD66-FD50-4583-B83E-4423C46D9E9D}" type="sibTrans" cxnId="{5CE7037A-483B-4EF3-8D37-EF142583BF2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B561181E-A0B9-4F47-B021-8CB913581FCF}">
      <dgm:prSet/>
      <dgm:spPr/>
      <dgm:t>
        <a:bodyPr/>
        <a:lstStyle/>
        <a:p>
          <a:r>
            <a:rPr lang="en-US"/>
            <a:t>Scope for SHAP/LIME integration for better insights</a:t>
          </a:r>
        </a:p>
      </dgm:t>
    </dgm:pt>
    <dgm:pt modelId="{248C1FFF-3EB9-48E4-B4CD-4CB7B96FF023}" type="parTrans" cxnId="{A24254D5-2227-47EA-B990-5E48D91F6EE8}">
      <dgm:prSet/>
      <dgm:spPr/>
      <dgm:t>
        <a:bodyPr/>
        <a:lstStyle/>
        <a:p>
          <a:endParaRPr lang="en-US"/>
        </a:p>
      </dgm:t>
    </dgm:pt>
    <dgm:pt modelId="{ED0637AC-CAC8-44D3-9A78-B10F07A30CDF}" type="sibTrans" cxnId="{A24254D5-2227-47EA-B990-5E48D91F6EE8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F1E2BE42-4436-4D62-9A12-4612F12AD86C}" type="pres">
      <dgm:prSet presAssocID="{1BA99FEC-1583-47F2-821D-B85F48D46478}" presName="Name0" presStyleCnt="0">
        <dgm:presLayoutVars>
          <dgm:animLvl val="lvl"/>
          <dgm:resizeHandles val="exact"/>
        </dgm:presLayoutVars>
      </dgm:prSet>
      <dgm:spPr/>
    </dgm:pt>
    <dgm:pt modelId="{06886C2B-82EE-4B69-A833-BA089E8A04E0}" type="pres">
      <dgm:prSet presAssocID="{6D1AD836-4A8A-4F49-A4D4-2C3C3BDAC29D}" presName="compositeNode" presStyleCnt="0">
        <dgm:presLayoutVars>
          <dgm:bulletEnabled val="1"/>
        </dgm:presLayoutVars>
      </dgm:prSet>
      <dgm:spPr/>
    </dgm:pt>
    <dgm:pt modelId="{3731D02B-FD34-4A7A-B5D7-D54144BA0AC2}" type="pres">
      <dgm:prSet presAssocID="{6D1AD836-4A8A-4F49-A4D4-2C3C3BDAC29D}" presName="bgRect" presStyleLbl="bgAccFollowNode1" presStyleIdx="0" presStyleCnt="3"/>
      <dgm:spPr/>
    </dgm:pt>
    <dgm:pt modelId="{6AC43E3D-F00F-4FBA-9F49-198C1FA7802A}" type="pres">
      <dgm:prSet presAssocID="{8F3BD909-37E8-43CC-8C07-D59D2B3CAF0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CB97AD2-EBF0-4698-89F1-B57EE1BB221E}" type="pres">
      <dgm:prSet presAssocID="{6D1AD836-4A8A-4F49-A4D4-2C3C3BDAC29D}" presName="bottomLine" presStyleLbl="alignNode1" presStyleIdx="1" presStyleCnt="6">
        <dgm:presLayoutVars/>
      </dgm:prSet>
      <dgm:spPr/>
    </dgm:pt>
    <dgm:pt modelId="{C4643EA5-631F-47D2-A4E1-AA362248D599}" type="pres">
      <dgm:prSet presAssocID="{6D1AD836-4A8A-4F49-A4D4-2C3C3BDAC29D}" presName="nodeText" presStyleLbl="bgAccFollowNode1" presStyleIdx="0" presStyleCnt="3">
        <dgm:presLayoutVars>
          <dgm:bulletEnabled val="1"/>
        </dgm:presLayoutVars>
      </dgm:prSet>
      <dgm:spPr/>
    </dgm:pt>
    <dgm:pt modelId="{2C8A1360-2B36-4212-BCD7-8135AD488E28}" type="pres">
      <dgm:prSet presAssocID="{8F3BD909-37E8-43CC-8C07-D59D2B3CAF0B}" presName="sibTrans" presStyleCnt="0"/>
      <dgm:spPr/>
    </dgm:pt>
    <dgm:pt modelId="{D09CFB64-0737-4038-BCD7-ED57048DDA36}" type="pres">
      <dgm:prSet presAssocID="{9CD661BF-C89E-4F53-845D-A69502660078}" presName="compositeNode" presStyleCnt="0">
        <dgm:presLayoutVars>
          <dgm:bulletEnabled val="1"/>
        </dgm:presLayoutVars>
      </dgm:prSet>
      <dgm:spPr/>
    </dgm:pt>
    <dgm:pt modelId="{7C3DCDF9-11FD-4797-8282-B6BFB968B2AE}" type="pres">
      <dgm:prSet presAssocID="{9CD661BF-C89E-4F53-845D-A69502660078}" presName="bgRect" presStyleLbl="bgAccFollowNode1" presStyleIdx="1" presStyleCnt="3"/>
      <dgm:spPr/>
    </dgm:pt>
    <dgm:pt modelId="{E4A64B29-7D71-4B97-99AC-EF66490412F5}" type="pres">
      <dgm:prSet presAssocID="{E8EDFD66-FD50-4583-B83E-4423C46D9E9D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2C87FE1D-AE1B-40D5-BB64-73E655FF4E18}" type="pres">
      <dgm:prSet presAssocID="{9CD661BF-C89E-4F53-845D-A69502660078}" presName="bottomLine" presStyleLbl="alignNode1" presStyleIdx="3" presStyleCnt="6">
        <dgm:presLayoutVars/>
      </dgm:prSet>
      <dgm:spPr/>
    </dgm:pt>
    <dgm:pt modelId="{CC33B9A1-4342-4C06-8E02-2BF402A0BE11}" type="pres">
      <dgm:prSet presAssocID="{9CD661BF-C89E-4F53-845D-A69502660078}" presName="nodeText" presStyleLbl="bgAccFollowNode1" presStyleIdx="1" presStyleCnt="3">
        <dgm:presLayoutVars>
          <dgm:bulletEnabled val="1"/>
        </dgm:presLayoutVars>
      </dgm:prSet>
      <dgm:spPr/>
    </dgm:pt>
    <dgm:pt modelId="{8F7B5F1D-3DAC-4A22-A121-0ADDCE0AAF5E}" type="pres">
      <dgm:prSet presAssocID="{E8EDFD66-FD50-4583-B83E-4423C46D9E9D}" presName="sibTrans" presStyleCnt="0"/>
      <dgm:spPr/>
    </dgm:pt>
    <dgm:pt modelId="{5D93D585-454F-4B97-BDD1-CB80411B111A}" type="pres">
      <dgm:prSet presAssocID="{B561181E-A0B9-4F47-B021-8CB913581FCF}" presName="compositeNode" presStyleCnt="0">
        <dgm:presLayoutVars>
          <dgm:bulletEnabled val="1"/>
        </dgm:presLayoutVars>
      </dgm:prSet>
      <dgm:spPr/>
    </dgm:pt>
    <dgm:pt modelId="{5B56A450-8C3F-4169-AED9-E21911C90DD5}" type="pres">
      <dgm:prSet presAssocID="{B561181E-A0B9-4F47-B021-8CB913581FCF}" presName="bgRect" presStyleLbl="bgAccFollowNode1" presStyleIdx="2" presStyleCnt="3"/>
      <dgm:spPr/>
    </dgm:pt>
    <dgm:pt modelId="{A183EC5A-FECE-40BF-8A62-C080FEC29A0C}" type="pres">
      <dgm:prSet presAssocID="{ED0637AC-CAC8-44D3-9A78-B10F07A30CD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F1DE6B2-207C-4209-870A-61887A209110}" type="pres">
      <dgm:prSet presAssocID="{B561181E-A0B9-4F47-B021-8CB913581FCF}" presName="bottomLine" presStyleLbl="alignNode1" presStyleIdx="5" presStyleCnt="6">
        <dgm:presLayoutVars/>
      </dgm:prSet>
      <dgm:spPr/>
    </dgm:pt>
    <dgm:pt modelId="{85E59F05-9289-4BC5-A219-BE29956BCC5A}" type="pres">
      <dgm:prSet presAssocID="{B561181E-A0B9-4F47-B021-8CB913581FC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B2BA3302-99B0-4334-AF41-2883F7874F92}" type="presOf" srcId="{B561181E-A0B9-4F47-B021-8CB913581FCF}" destId="{85E59F05-9289-4BC5-A219-BE29956BCC5A}" srcOrd="1" destOrd="0" presId="urn:microsoft.com/office/officeart/2016/7/layout/BasicLinearProcessNumbered"/>
    <dgm:cxn modelId="{B3D7A104-2FA7-4F54-87B5-02378141036D}" srcId="{1BA99FEC-1583-47F2-821D-B85F48D46478}" destId="{6D1AD836-4A8A-4F49-A4D4-2C3C3BDAC29D}" srcOrd="0" destOrd="0" parTransId="{AD2DBA33-FD88-457E-AA2D-1F56472940AB}" sibTransId="{8F3BD909-37E8-43CC-8C07-D59D2B3CAF0B}"/>
    <dgm:cxn modelId="{47C4B211-2FA5-439C-87C7-F78C3DA87CEE}" type="presOf" srcId="{1BA99FEC-1583-47F2-821D-B85F48D46478}" destId="{F1E2BE42-4436-4D62-9A12-4612F12AD86C}" srcOrd="0" destOrd="0" presId="urn:microsoft.com/office/officeart/2016/7/layout/BasicLinearProcessNumbered"/>
    <dgm:cxn modelId="{26AE7748-717D-4837-BF5E-AC863A49D45C}" type="presOf" srcId="{E8EDFD66-FD50-4583-B83E-4423C46D9E9D}" destId="{E4A64B29-7D71-4B97-99AC-EF66490412F5}" srcOrd="0" destOrd="0" presId="urn:microsoft.com/office/officeart/2016/7/layout/BasicLinearProcessNumbered"/>
    <dgm:cxn modelId="{5CE7037A-483B-4EF3-8D37-EF142583BF21}" srcId="{1BA99FEC-1583-47F2-821D-B85F48D46478}" destId="{9CD661BF-C89E-4F53-845D-A69502660078}" srcOrd="1" destOrd="0" parTransId="{51D40552-1D96-421C-89B5-62F65994A1E3}" sibTransId="{E8EDFD66-FD50-4583-B83E-4423C46D9E9D}"/>
    <dgm:cxn modelId="{A39ED95A-30DB-49B7-8C86-14540D5C5896}" type="presOf" srcId="{9CD661BF-C89E-4F53-845D-A69502660078}" destId="{7C3DCDF9-11FD-4797-8282-B6BFB968B2AE}" srcOrd="0" destOrd="0" presId="urn:microsoft.com/office/officeart/2016/7/layout/BasicLinearProcessNumbered"/>
    <dgm:cxn modelId="{AFC2D18C-DEBF-4B07-9082-994E378EC722}" type="presOf" srcId="{B561181E-A0B9-4F47-B021-8CB913581FCF}" destId="{5B56A450-8C3F-4169-AED9-E21911C90DD5}" srcOrd="0" destOrd="0" presId="urn:microsoft.com/office/officeart/2016/7/layout/BasicLinearProcessNumbered"/>
    <dgm:cxn modelId="{A7F1CBA3-5DD7-4353-9179-1ABE14A16531}" type="presOf" srcId="{ED0637AC-CAC8-44D3-9A78-B10F07A30CDF}" destId="{A183EC5A-FECE-40BF-8A62-C080FEC29A0C}" srcOrd="0" destOrd="0" presId="urn:microsoft.com/office/officeart/2016/7/layout/BasicLinearProcessNumbered"/>
    <dgm:cxn modelId="{C28148B7-F685-4F95-8C2B-FC85CC073BB6}" type="presOf" srcId="{6D1AD836-4A8A-4F49-A4D4-2C3C3BDAC29D}" destId="{3731D02B-FD34-4A7A-B5D7-D54144BA0AC2}" srcOrd="0" destOrd="0" presId="urn:microsoft.com/office/officeart/2016/7/layout/BasicLinearProcessNumbered"/>
    <dgm:cxn modelId="{DD9A7CCF-2B91-4B4C-833A-E66604145E92}" type="presOf" srcId="{8F3BD909-37E8-43CC-8C07-D59D2B3CAF0B}" destId="{6AC43E3D-F00F-4FBA-9F49-198C1FA7802A}" srcOrd="0" destOrd="0" presId="urn:microsoft.com/office/officeart/2016/7/layout/BasicLinearProcessNumbered"/>
    <dgm:cxn modelId="{5EC018D4-B41C-42A9-A3EA-65C456590BA3}" type="presOf" srcId="{6D1AD836-4A8A-4F49-A4D4-2C3C3BDAC29D}" destId="{C4643EA5-631F-47D2-A4E1-AA362248D599}" srcOrd="1" destOrd="0" presId="urn:microsoft.com/office/officeart/2016/7/layout/BasicLinearProcessNumbered"/>
    <dgm:cxn modelId="{A24254D5-2227-47EA-B990-5E48D91F6EE8}" srcId="{1BA99FEC-1583-47F2-821D-B85F48D46478}" destId="{B561181E-A0B9-4F47-B021-8CB913581FCF}" srcOrd="2" destOrd="0" parTransId="{248C1FFF-3EB9-48E4-B4CD-4CB7B96FF023}" sibTransId="{ED0637AC-CAC8-44D3-9A78-B10F07A30CDF}"/>
    <dgm:cxn modelId="{BFCBE3E5-ABF7-4938-AC6B-E62770AB9C4E}" type="presOf" srcId="{9CD661BF-C89E-4F53-845D-A69502660078}" destId="{CC33B9A1-4342-4C06-8E02-2BF402A0BE11}" srcOrd="1" destOrd="0" presId="urn:microsoft.com/office/officeart/2016/7/layout/BasicLinearProcessNumbered"/>
    <dgm:cxn modelId="{DF58DBAE-57E0-410B-BBCA-55E0F82767A4}" type="presParOf" srcId="{F1E2BE42-4436-4D62-9A12-4612F12AD86C}" destId="{06886C2B-82EE-4B69-A833-BA089E8A04E0}" srcOrd="0" destOrd="0" presId="urn:microsoft.com/office/officeart/2016/7/layout/BasicLinearProcessNumbered"/>
    <dgm:cxn modelId="{662DE01D-FA05-4910-9BEA-4FD674BA4B16}" type="presParOf" srcId="{06886C2B-82EE-4B69-A833-BA089E8A04E0}" destId="{3731D02B-FD34-4A7A-B5D7-D54144BA0AC2}" srcOrd="0" destOrd="0" presId="urn:microsoft.com/office/officeart/2016/7/layout/BasicLinearProcessNumbered"/>
    <dgm:cxn modelId="{A16ABD8B-C5C5-49F0-90B2-9F3F67168DDE}" type="presParOf" srcId="{06886C2B-82EE-4B69-A833-BA089E8A04E0}" destId="{6AC43E3D-F00F-4FBA-9F49-198C1FA7802A}" srcOrd="1" destOrd="0" presId="urn:microsoft.com/office/officeart/2016/7/layout/BasicLinearProcessNumbered"/>
    <dgm:cxn modelId="{19B95D78-502F-4436-BCDB-844F9BE826FE}" type="presParOf" srcId="{06886C2B-82EE-4B69-A833-BA089E8A04E0}" destId="{ECB97AD2-EBF0-4698-89F1-B57EE1BB221E}" srcOrd="2" destOrd="0" presId="urn:microsoft.com/office/officeart/2016/7/layout/BasicLinearProcessNumbered"/>
    <dgm:cxn modelId="{14B989C9-8845-4E31-B8EA-72021DCE8337}" type="presParOf" srcId="{06886C2B-82EE-4B69-A833-BA089E8A04E0}" destId="{C4643EA5-631F-47D2-A4E1-AA362248D599}" srcOrd="3" destOrd="0" presId="urn:microsoft.com/office/officeart/2016/7/layout/BasicLinearProcessNumbered"/>
    <dgm:cxn modelId="{8AD4BE71-C7F1-419C-B377-C121EBF6510D}" type="presParOf" srcId="{F1E2BE42-4436-4D62-9A12-4612F12AD86C}" destId="{2C8A1360-2B36-4212-BCD7-8135AD488E28}" srcOrd="1" destOrd="0" presId="urn:microsoft.com/office/officeart/2016/7/layout/BasicLinearProcessNumbered"/>
    <dgm:cxn modelId="{8D3E894A-772E-40B5-A123-70C4EFF5C0C4}" type="presParOf" srcId="{F1E2BE42-4436-4D62-9A12-4612F12AD86C}" destId="{D09CFB64-0737-4038-BCD7-ED57048DDA36}" srcOrd="2" destOrd="0" presId="urn:microsoft.com/office/officeart/2016/7/layout/BasicLinearProcessNumbered"/>
    <dgm:cxn modelId="{C544A6AB-D09C-4651-95DA-49AFC45FD6B5}" type="presParOf" srcId="{D09CFB64-0737-4038-BCD7-ED57048DDA36}" destId="{7C3DCDF9-11FD-4797-8282-B6BFB968B2AE}" srcOrd="0" destOrd="0" presId="urn:microsoft.com/office/officeart/2016/7/layout/BasicLinearProcessNumbered"/>
    <dgm:cxn modelId="{71680F51-9DB2-48B9-AEB1-C009B0E88AD7}" type="presParOf" srcId="{D09CFB64-0737-4038-BCD7-ED57048DDA36}" destId="{E4A64B29-7D71-4B97-99AC-EF66490412F5}" srcOrd="1" destOrd="0" presId="urn:microsoft.com/office/officeart/2016/7/layout/BasicLinearProcessNumbered"/>
    <dgm:cxn modelId="{F8C2B3A3-A46F-497F-A116-FB611F816C9C}" type="presParOf" srcId="{D09CFB64-0737-4038-BCD7-ED57048DDA36}" destId="{2C87FE1D-AE1B-40D5-BB64-73E655FF4E18}" srcOrd="2" destOrd="0" presId="urn:microsoft.com/office/officeart/2016/7/layout/BasicLinearProcessNumbered"/>
    <dgm:cxn modelId="{C801F19C-673A-482F-8DA9-E2C1EF323689}" type="presParOf" srcId="{D09CFB64-0737-4038-BCD7-ED57048DDA36}" destId="{CC33B9A1-4342-4C06-8E02-2BF402A0BE11}" srcOrd="3" destOrd="0" presId="urn:microsoft.com/office/officeart/2016/7/layout/BasicLinearProcessNumbered"/>
    <dgm:cxn modelId="{6185BE6C-EE33-4654-A384-1C75D5AEAFAF}" type="presParOf" srcId="{F1E2BE42-4436-4D62-9A12-4612F12AD86C}" destId="{8F7B5F1D-3DAC-4A22-A121-0ADDCE0AAF5E}" srcOrd="3" destOrd="0" presId="urn:microsoft.com/office/officeart/2016/7/layout/BasicLinearProcessNumbered"/>
    <dgm:cxn modelId="{C0B3C09E-9158-4825-B0FB-E6558F3F93A3}" type="presParOf" srcId="{F1E2BE42-4436-4D62-9A12-4612F12AD86C}" destId="{5D93D585-454F-4B97-BDD1-CB80411B111A}" srcOrd="4" destOrd="0" presId="urn:microsoft.com/office/officeart/2016/7/layout/BasicLinearProcessNumbered"/>
    <dgm:cxn modelId="{80264375-4060-48C5-8ACB-B4423E097549}" type="presParOf" srcId="{5D93D585-454F-4B97-BDD1-CB80411B111A}" destId="{5B56A450-8C3F-4169-AED9-E21911C90DD5}" srcOrd="0" destOrd="0" presId="urn:microsoft.com/office/officeart/2016/7/layout/BasicLinearProcessNumbered"/>
    <dgm:cxn modelId="{685BA399-6489-40BC-9AAC-0BDBDAB6B0B8}" type="presParOf" srcId="{5D93D585-454F-4B97-BDD1-CB80411B111A}" destId="{A183EC5A-FECE-40BF-8A62-C080FEC29A0C}" srcOrd="1" destOrd="0" presId="urn:microsoft.com/office/officeart/2016/7/layout/BasicLinearProcessNumbered"/>
    <dgm:cxn modelId="{7576B4D9-F335-49F4-AA82-0B3F813F607F}" type="presParOf" srcId="{5D93D585-454F-4B97-BDD1-CB80411B111A}" destId="{0F1DE6B2-207C-4209-870A-61887A209110}" srcOrd="2" destOrd="0" presId="urn:microsoft.com/office/officeart/2016/7/layout/BasicLinearProcessNumbered"/>
    <dgm:cxn modelId="{FF956FEA-E340-45C1-AC95-2B207CC8C353}" type="presParOf" srcId="{5D93D585-454F-4B97-BDD1-CB80411B111A}" destId="{85E59F05-9289-4BC5-A219-BE29956BCC5A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3842F52-A124-43FB-8E06-66F9DA6B87F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D7953D-3E48-4FEE-A87F-EBD7DC8826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Synthetic dataset may limit real-world generalization</a:t>
          </a:r>
        </a:p>
      </dgm:t>
    </dgm:pt>
    <dgm:pt modelId="{C98C3DBF-16F9-43C8-8DA0-3DA454D202BD}" type="parTrans" cxnId="{A1AF33A9-3411-479D-BE56-37FD48774079}">
      <dgm:prSet/>
      <dgm:spPr/>
      <dgm:t>
        <a:bodyPr/>
        <a:lstStyle/>
        <a:p>
          <a:endParaRPr lang="en-US"/>
        </a:p>
      </dgm:t>
    </dgm:pt>
    <dgm:pt modelId="{EBC93AEA-F1FC-4271-A080-B7FFF9050E0F}" type="sibTrans" cxnId="{A1AF33A9-3411-479D-BE56-37FD48774079}">
      <dgm:prSet/>
      <dgm:spPr/>
      <dgm:t>
        <a:bodyPr/>
        <a:lstStyle/>
        <a:p>
          <a:endParaRPr lang="en-US"/>
        </a:p>
      </dgm:t>
    </dgm:pt>
    <dgm:pt modelId="{4D13A024-EAE3-4E18-96EC-AB27979CDD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Fraud cases are extremely rare – imbalance remains a challenge</a:t>
          </a:r>
        </a:p>
      </dgm:t>
    </dgm:pt>
    <dgm:pt modelId="{FE8FF8D3-2790-481C-AE11-3CF45048A0C6}" type="parTrans" cxnId="{EE55EA90-FC26-44CA-B87C-E848B7D571FA}">
      <dgm:prSet/>
      <dgm:spPr/>
      <dgm:t>
        <a:bodyPr/>
        <a:lstStyle/>
        <a:p>
          <a:endParaRPr lang="en-US"/>
        </a:p>
      </dgm:t>
    </dgm:pt>
    <dgm:pt modelId="{821B97E4-9D8D-4C42-826A-0B1FF8D004DC}" type="sibTrans" cxnId="{EE55EA90-FC26-44CA-B87C-E848B7D571FA}">
      <dgm:prSet/>
      <dgm:spPr/>
      <dgm:t>
        <a:bodyPr/>
        <a:lstStyle/>
        <a:p>
          <a:endParaRPr lang="en-US"/>
        </a:p>
      </dgm:t>
    </dgm:pt>
    <dgm:pt modelId="{6D586397-FEEE-47C3-AFFA-0D14B50023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Future: Integrate REST APIs, test with live data, explore deep learning models</a:t>
          </a:r>
        </a:p>
      </dgm:t>
    </dgm:pt>
    <dgm:pt modelId="{1B74BF6E-EB01-4E38-BC09-CCC4AA659024}" type="parTrans" cxnId="{F53D56E1-9D1E-41FC-88C7-4F17702F91B7}">
      <dgm:prSet/>
      <dgm:spPr/>
      <dgm:t>
        <a:bodyPr/>
        <a:lstStyle/>
        <a:p>
          <a:endParaRPr lang="en-US"/>
        </a:p>
      </dgm:t>
    </dgm:pt>
    <dgm:pt modelId="{78D085ED-4059-4451-A36E-EAAD9E4F7139}" type="sibTrans" cxnId="{F53D56E1-9D1E-41FC-88C7-4F17702F91B7}">
      <dgm:prSet/>
      <dgm:spPr/>
      <dgm:t>
        <a:bodyPr/>
        <a:lstStyle/>
        <a:p>
          <a:endParaRPr lang="en-US"/>
        </a:p>
      </dgm:t>
    </dgm:pt>
    <dgm:pt modelId="{34132452-8EE6-41D5-918D-76C6DF42C752}" type="pres">
      <dgm:prSet presAssocID="{C3842F52-A124-43FB-8E06-66F9DA6B87F1}" presName="root" presStyleCnt="0">
        <dgm:presLayoutVars>
          <dgm:dir/>
          <dgm:resizeHandles val="exact"/>
        </dgm:presLayoutVars>
      </dgm:prSet>
      <dgm:spPr/>
    </dgm:pt>
    <dgm:pt modelId="{BFC27172-4553-4F0C-B349-DD11ACFA1D6D}" type="pres">
      <dgm:prSet presAssocID="{E4D7953D-3E48-4FEE-A87F-EBD7DC88266F}" presName="compNode" presStyleCnt="0"/>
      <dgm:spPr/>
    </dgm:pt>
    <dgm:pt modelId="{1B5355C5-93B8-4DAB-9DBB-6904155945F0}" type="pres">
      <dgm:prSet presAssocID="{E4D7953D-3E48-4FEE-A87F-EBD7DC88266F}" presName="bgRect" presStyleLbl="bgShp" presStyleIdx="0" presStyleCnt="3"/>
      <dgm:spPr/>
    </dgm:pt>
    <dgm:pt modelId="{0D01D1C6-4979-4DFC-A03F-87A46DA0052F}" type="pres">
      <dgm:prSet presAssocID="{E4D7953D-3E48-4FEE-A87F-EBD7DC8826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6F297E2-A1E7-4683-A7BE-DEC656D893FE}" type="pres">
      <dgm:prSet presAssocID="{E4D7953D-3E48-4FEE-A87F-EBD7DC88266F}" presName="spaceRect" presStyleCnt="0"/>
      <dgm:spPr/>
    </dgm:pt>
    <dgm:pt modelId="{B29646A8-B70C-41FD-A724-539F620115B5}" type="pres">
      <dgm:prSet presAssocID="{E4D7953D-3E48-4FEE-A87F-EBD7DC88266F}" presName="parTx" presStyleLbl="revTx" presStyleIdx="0" presStyleCnt="3">
        <dgm:presLayoutVars>
          <dgm:chMax val="0"/>
          <dgm:chPref val="0"/>
        </dgm:presLayoutVars>
      </dgm:prSet>
      <dgm:spPr/>
    </dgm:pt>
    <dgm:pt modelId="{11A7E4B4-626D-485D-9893-5D463155D945}" type="pres">
      <dgm:prSet presAssocID="{EBC93AEA-F1FC-4271-A080-B7FFF9050E0F}" presName="sibTrans" presStyleCnt="0"/>
      <dgm:spPr/>
    </dgm:pt>
    <dgm:pt modelId="{8D77D8EB-922D-4FF4-B3C4-9F752D8C37C2}" type="pres">
      <dgm:prSet presAssocID="{4D13A024-EAE3-4E18-96EC-AB27979CDD55}" presName="compNode" presStyleCnt="0"/>
      <dgm:spPr/>
    </dgm:pt>
    <dgm:pt modelId="{429EB00D-A23F-4F3E-862D-FBA4F725F7F5}" type="pres">
      <dgm:prSet presAssocID="{4D13A024-EAE3-4E18-96EC-AB27979CDD55}" presName="bgRect" presStyleLbl="bgShp" presStyleIdx="1" presStyleCnt="3"/>
      <dgm:spPr/>
    </dgm:pt>
    <dgm:pt modelId="{566EE24F-0F80-41BD-B928-EDC8607304FD}" type="pres">
      <dgm:prSet presAssocID="{4D13A024-EAE3-4E18-96EC-AB27979CDD5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ber"/>
        </a:ext>
      </dgm:extLst>
    </dgm:pt>
    <dgm:pt modelId="{1D7324DE-22AC-4777-A760-77B5C4F7E7DA}" type="pres">
      <dgm:prSet presAssocID="{4D13A024-EAE3-4E18-96EC-AB27979CDD55}" presName="spaceRect" presStyleCnt="0"/>
      <dgm:spPr/>
    </dgm:pt>
    <dgm:pt modelId="{570292E4-3AD5-451A-B920-BEE0E18DD4BA}" type="pres">
      <dgm:prSet presAssocID="{4D13A024-EAE3-4E18-96EC-AB27979CDD55}" presName="parTx" presStyleLbl="revTx" presStyleIdx="1" presStyleCnt="3">
        <dgm:presLayoutVars>
          <dgm:chMax val="0"/>
          <dgm:chPref val="0"/>
        </dgm:presLayoutVars>
      </dgm:prSet>
      <dgm:spPr/>
    </dgm:pt>
    <dgm:pt modelId="{924C2C40-915B-4D73-B879-0820FA262343}" type="pres">
      <dgm:prSet presAssocID="{821B97E4-9D8D-4C42-826A-0B1FF8D004DC}" presName="sibTrans" presStyleCnt="0"/>
      <dgm:spPr/>
    </dgm:pt>
    <dgm:pt modelId="{6565B1A3-9AE0-4FBD-A641-9210FB58F3EC}" type="pres">
      <dgm:prSet presAssocID="{6D586397-FEEE-47C3-AFFA-0D14B5002379}" presName="compNode" presStyleCnt="0"/>
      <dgm:spPr/>
    </dgm:pt>
    <dgm:pt modelId="{BA117F25-7AF6-413B-BEAE-ECDFD2B47C6D}" type="pres">
      <dgm:prSet presAssocID="{6D586397-FEEE-47C3-AFFA-0D14B5002379}" presName="bgRect" presStyleLbl="bgShp" presStyleIdx="2" presStyleCnt="3"/>
      <dgm:spPr/>
    </dgm:pt>
    <dgm:pt modelId="{5FB200A9-61B1-4867-9B17-8B8AB053DBC6}" type="pres">
      <dgm:prSet presAssocID="{6D586397-FEEE-47C3-AFFA-0D14B500237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A1E4BEE-9B26-4E86-B709-4E911EF657FF}" type="pres">
      <dgm:prSet presAssocID="{6D586397-FEEE-47C3-AFFA-0D14B5002379}" presName="spaceRect" presStyleCnt="0"/>
      <dgm:spPr/>
    </dgm:pt>
    <dgm:pt modelId="{B3A60340-7E4C-4D18-8020-ADA9A6588854}" type="pres">
      <dgm:prSet presAssocID="{6D586397-FEEE-47C3-AFFA-0D14B500237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AEBC620-0A6D-43E6-BEFE-1C48210E965B}" type="presOf" srcId="{C3842F52-A124-43FB-8E06-66F9DA6B87F1}" destId="{34132452-8EE6-41D5-918D-76C6DF42C752}" srcOrd="0" destOrd="0" presId="urn:microsoft.com/office/officeart/2018/2/layout/IconVerticalSolidList"/>
    <dgm:cxn modelId="{F223A145-4777-4B14-90DB-CB23DA494B7F}" type="presOf" srcId="{E4D7953D-3E48-4FEE-A87F-EBD7DC88266F}" destId="{B29646A8-B70C-41FD-A724-539F620115B5}" srcOrd="0" destOrd="0" presId="urn:microsoft.com/office/officeart/2018/2/layout/IconVerticalSolidList"/>
    <dgm:cxn modelId="{00D1327A-4276-4FB9-87C0-BA914C81B5EF}" type="presOf" srcId="{4D13A024-EAE3-4E18-96EC-AB27979CDD55}" destId="{570292E4-3AD5-451A-B920-BEE0E18DD4BA}" srcOrd="0" destOrd="0" presId="urn:microsoft.com/office/officeart/2018/2/layout/IconVerticalSolidList"/>
    <dgm:cxn modelId="{EE55EA90-FC26-44CA-B87C-E848B7D571FA}" srcId="{C3842F52-A124-43FB-8E06-66F9DA6B87F1}" destId="{4D13A024-EAE3-4E18-96EC-AB27979CDD55}" srcOrd="1" destOrd="0" parTransId="{FE8FF8D3-2790-481C-AE11-3CF45048A0C6}" sibTransId="{821B97E4-9D8D-4C42-826A-0B1FF8D004DC}"/>
    <dgm:cxn modelId="{A1AF33A9-3411-479D-BE56-37FD48774079}" srcId="{C3842F52-A124-43FB-8E06-66F9DA6B87F1}" destId="{E4D7953D-3E48-4FEE-A87F-EBD7DC88266F}" srcOrd="0" destOrd="0" parTransId="{C98C3DBF-16F9-43C8-8DA0-3DA454D202BD}" sibTransId="{EBC93AEA-F1FC-4271-A080-B7FFF9050E0F}"/>
    <dgm:cxn modelId="{96B78CDC-B5DD-4865-95E2-AD7AD633462A}" type="presOf" srcId="{6D586397-FEEE-47C3-AFFA-0D14B5002379}" destId="{B3A60340-7E4C-4D18-8020-ADA9A6588854}" srcOrd="0" destOrd="0" presId="urn:microsoft.com/office/officeart/2018/2/layout/IconVerticalSolidList"/>
    <dgm:cxn modelId="{F53D56E1-9D1E-41FC-88C7-4F17702F91B7}" srcId="{C3842F52-A124-43FB-8E06-66F9DA6B87F1}" destId="{6D586397-FEEE-47C3-AFFA-0D14B5002379}" srcOrd="2" destOrd="0" parTransId="{1B74BF6E-EB01-4E38-BC09-CCC4AA659024}" sibTransId="{78D085ED-4059-4451-A36E-EAAD9E4F7139}"/>
    <dgm:cxn modelId="{085E56BA-1C04-490E-B1C2-40AC60FDD4C0}" type="presParOf" srcId="{34132452-8EE6-41D5-918D-76C6DF42C752}" destId="{BFC27172-4553-4F0C-B349-DD11ACFA1D6D}" srcOrd="0" destOrd="0" presId="urn:microsoft.com/office/officeart/2018/2/layout/IconVerticalSolidList"/>
    <dgm:cxn modelId="{90A6B6F4-906E-4656-9B3A-8FAAC1351F30}" type="presParOf" srcId="{BFC27172-4553-4F0C-B349-DD11ACFA1D6D}" destId="{1B5355C5-93B8-4DAB-9DBB-6904155945F0}" srcOrd="0" destOrd="0" presId="urn:microsoft.com/office/officeart/2018/2/layout/IconVerticalSolidList"/>
    <dgm:cxn modelId="{61E9B44A-CC5D-4829-95B6-10AB4D0E49C5}" type="presParOf" srcId="{BFC27172-4553-4F0C-B349-DD11ACFA1D6D}" destId="{0D01D1C6-4979-4DFC-A03F-87A46DA0052F}" srcOrd="1" destOrd="0" presId="urn:microsoft.com/office/officeart/2018/2/layout/IconVerticalSolidList"/>
    <dgm:cxn modelId="{B8E70096-9A69-4C60-AACF-41FCDD386A99}" type="presParOf" srcId="{BFC27172-4553-4F0C-B349-DD11ACFA1D6D}" destId="{D6F297E2-A1E7-4683-A7BE-DEC656D893FE}" srcOrd="2" destOrd="0" presId="urn:microsoft.com/office/officeart/2018/2/layout/IconVerticalSolidList"/>
    <dgm:cxn modelId="{E894B876-5841-458E-89A6-94F708333A82}" type="presParOf" srcId="{BFC27172-4553-4F0C-B349-DD11ACFA1D6D}" destId="{B29646A8-B70C-41FD-A724-539F620115B5}" srcOrd="3" destOrd="0" presId="urn:microsoft.com/office/officeart/2018/2/layout/IconVerticalSolidList"/>
    <dgm:cxn modelId="{F053BF9B-F02A-4320-8CFE-349C23773D28}" type="presParOf" srcId="{34132452-8EE6-41D5-918D-76C6DF42C752}" destId="{11A7E4B4-626D-485D-9893-5D463155D945}" srcOrd="1" destOrd="0" presId="urn:microsoft.com/office/officeart/2018/2/layout/IconVerticalSolidList"/>
    <dgm:cxn modelId="{4D822066-1B76-41F5-99C9-F62F9F08C813}" type="presParOf" srcId="{34132452-8EE6-41D5-918D-76C6DF42C752}" destId="{8D77D8EB-922D-4FF4-B3C4-9F752D8C37C2}" srcOrd="2" destOrd="0" presId="urn:microsoft.com/office/officeart/2018/2/layout/IconVerticalSolidList"/>
    <dgm:cxn modelId="{47FBDD29-68FF-4363-A0E9-3DB3315B0DCC}" type="presParOf" srcId="{8D77D8EB-922D-4FF4-B3C4-9F752D8C37C2}" destId="{429EB00D-A23F-4F3E-862D-FBA4F725F7F5}" srcOrd="0" destOrd="0" presId="urn:microsoft.com/office/officeart/2018/2/layout/IconVerticalSolidList"/>
    <dgm:cxn modelId="{161229B1-6A33-4AC1-B0A9-03B1967FA24A}" type="presParOf" srcId="{8D77D8EB-922D-4FF4-B3C4-9F752D8C37C2}" destId="{566EE24F-0F80-41BD-B928-EDC8607304FD}" srcOrd="1" destOrd="0" presId="urn:microsoft.com/office/officeart/2018/2/layout/IconVerticalSolidList"/>
    <dgm:cxn modelId="{CCD10969-415D-436D-8EA5-A10E86C6B21A}" type="presParOf" srcId="{8D77D8EB-922D-4FF4-B3C4-9F752D8C37C2}" destId="{1D7324DE-22AC-4777-A760-77B5C4F7E7DA}" srcOrd="2" destOrd="0" presId="urn:microsoft.com/office/officeart/2018/2/layout/IconVerticalSolidList"/>
    <dgm:cxn modelId="{7A141F4E-19F1-472B-AA57-BEEC0BEE8066}" type="presParOf" srcId="{8D77D8EB-922D-4FF4-B3C4-9F752D8C37C2}" destId="{570292E4-3AD5-451A-B920-BEE0E18DD4BA}" srcOrd="3" destOrd="0" presId="urn:microsoft.com/office/officeart/2018/2/layout/IconVerticalSolidList"/>
    <dgm:cxn modelId="{CEC9B187-655D-4F6E-981B-DB0EA4F82E9C}" type="presParOf" srcId="{34132452-8EE6-41D5-918D-76C6DF42C752}" destId="{924C2C40-915B-4D73-B879-0820FA262343}" srcOrd="3" destOrd="0" presId="urn:microsoft.com/office/officeart/2018/2/layout/IconVerticalSolidList"/>
    <dgm:cxn modelId="{129C6FE9-B019-4D26-959B-4BF35588B6A3}" type="presParOf" srcId="{34132452-8EE6-41D5-918D-76C6DF42C752}" destId="{6565B1A3-9AE0-4FBD-A641-9210FB58F3EC}" srcOrd="4" destOrd="0" presId="urn:microsoft.com/office/officeart/2018/2/layout/IconVerticalSolidList"/>
    <dgm:cxn modelId="{ED625971-C5CC-4F30-A7D8-395176C994F6}" type="presParOf" srcId="{6565B1A3-9AE0-4FBD-A641-9210FB58F3EC}" destId="{BA117F25-7AF6-413B-BEAE-ECDFD2B47C6D}" srcOrd="0" destOrd="0" presId="urn:microsoft.com/office/officeart/2018/2/layout/IconVerticalSolidList"/>
    <dgm:cxn modelId="{307A257F-8390-4614-B7EE-40854DC4088D}" type="presParOf" srcId="{6565B1A3-9AE0-4FBD-A641-9210FB58F3EC}" destId="{5FB200A9-61B1-4867-9B17-8B8AB053DBC6}" srcOrd="1" destOrd="0" presId="urn:microsoft.com/office/officeart/2018/2/layout/IconVerticalSolidList"/>
    <dgm:cxn modelId="{C91A3722-2369-4369-8B38-DEC30E7139C8}" type="presParOf" srcId="{6565B1A3-9AE0-4FBD-A641-9210FB58F3EC}" destId="{3A1E4BEE-9B26-4E86-B709-4E911EF657FF}" srcOrd="2" destOrd="0" presId="urn:microsoft.com/office/officeart/2018/2/layout/IconVerticalSolidList"/>
    <dgm:cxn modelId="{1F75DEFA-DDA7-4A6E-B086-D4E00AE7903C}" type="presParOf" srcId="{6565B1A3-9AE0-4FBD-A641-9210FB58F3EC}" destId="{B3A60340-7E4C-4D18-8020-ADA9A658885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A042F7B-5F41-48F5-9719-4F1B32723937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A9B18C1-5B85-4C2F-B1F1-A2CAED56D858}">
      <dgm:prSet/>
      <dgm:spPr/>
      <dgm:t>
        <a:bodyPr/>
        <a:lstStyle/>
        <a:p>
          <a:r>
            <a:rPr lang="en-US"/>
            <a:t>Model File: fraud_detection_pipeline.pkl</a:t>
          </a:r>
        </a:p>
      </dgm:t>
    </dgm:pt>
    <dgm:pt modelId="{D22D5605-9496-4DC0-A46F-A11B49BCD306}" type="parTrans" cxnId="{DEC10865-BA77-42E2-8D45-4054406DFED1}">
      <dgm:prSet/>
      <dgm:spPr/>
      <dgm:t>
        <a:bodyPr/>
        <a:lstStyle/>
        <a:p>
          <a:endParaRPr lang="en-US"/>
        </a:p>
      </dgm:t>
    </dgm:pt>
    <dgm:pt modelId="{D39EF5B2-8DCA-4959-AF34-CDF21D4C109B}" type="sibTrans" cxnId="{DEC10865-BA77-42E2-8D45-4054406DFED1}">
      <dgm:prSet/>
      <dgm:spPr/>
      <dgm:t>
        <a:bodyPr/>
        <a:lstStyle/>
        <a:p>
          <a:endParaRPr lang="en-US"/>
        </a:p>
      </dgm:t>
    </dgm:pt>
    <dgm:pt modelId="{2A1A684D-B8CD-4C5D-85E8-B6D774E34DCD}">
      <dgm:prSet/>
      <dgm:spPr/>
      <dgm:t>
        <a:bodyPr/>
        <a:lstStyle/>
        <a:p>
          <a:r>
            <a:rPr lang="en-US"/>
            <a:t>Streamlit App: fraud_detection.py</a:t>
          </a:r>
        </a:p>
      </dgm:t>
    </dgm:pt>
    <dgm:pt modelId="{D45772E0-E272-406F-988D-A9FF39E1FF0C}" type="parTrans" cxnId="{3E908D1C-4D84-4FBD-B092-3F25CCD5D230}">
      <dgm:prSet/>
      <dgm:spPr/>
      <dgm:t>
        <a:bodyPr/>
        <a:lstStyle/>
        <a:p>
          <a:endParaRPr lang="en-US"/>
        </a:p>
      </dgm:t>
    </dgm:pt>
    <dgm:pt modelId="{27678B12-F3C2-4630-8BE3-5D284E91BB17}" type="sibTrans" cxnId="{3E908D1C-4D84-4FBD-B092-3F25CCD5D230}">
      <dgm:prSet/>
      <dgm:spPr/>
      <dgm:t>
        <a:bodyPr/>
        <a:lstStyle/>
        <a:p>
          <a:endParaRPr lang="en-US"/>
        </a:p>
      </dgm:t>
    </dgm:pt>
    <dgm:pt modelId="{D3C10402-71DC-4F0E-943B-A10154264352}">
      <dgm:prSet/>
      <dgm:spPr/>
      <dgm:t>
        <a:bodyPr/>
        <a:lstStyle/>
        <a:p>
          <a:r>
            <a:rPr lang="en-US"/>
            <a:t>Notebook: Analysis_model.ipynb (contains all training &amp; evaluation steps)</a:t>
          </a:r>
        </a:p>
      </dgm:t>
    </dgm:pt>
    <dgm:pt modelId="{45CFEBC2-7E3C-4C2E-8782-37D358C0821C}" type="parTrans" cxnId="{9CFE154B-0764-4C44-829E-CD2F7962AD17}">
      <dgm:prSet/>
      <dgm:spPr/>
      <dgm:t>
        <a:bodyPr/>
        <a:lstStyle/>
        <a:p>
          <a:endParaRPr lang="en-US"/>
        </a:p>
      </dgm:t>
    </dgm:pt>
    <dgm:pt modelId="{1325AFED-BD7C-47B9-ABE7-1A9F82B49A9F}" type="sibTrans" cxnId="{9CFE154B-0764-4C44-829E-CD2F7962AD17}">
      <dgm:prSet/>
      <dgm:spPr/>
      <dgm:t>
        <a:bodyPr/>
        <a:lstStyle/>
        <a:p>
          <a:endParaRPr lang="en-US"/>
        </a:p>
      </dgm:t>
    </dgm:pt>
    <dgm:pt modelId="{12BD988C-2D3D-425E-A6EC-7186991885EF}" type="pres">
      <dgm:prSet presAssocID="{EA042F7B-5F41-48F5-9719-4F1B32723937}" presName="vert0" presStyleCnt="0">
        <dgm:presLayoutVars>
          <dgm:dir/>
          <dgm:animOne val="branch"/>
          <dgm:animLvl val="lvl"/>
        </dgm:presLayoutVars>
      </dgm:prSet>
      <dgm:spPr/>
    </dgm:pt>
    <dgm:pt modelId="{AF17F0E8-1FD0-46E6-AF22-3217049FB2A4}" type="pres">
      <dgm:prSet presAssocID="{CA9B18C1-5B85-4C2F-B1F1-A2CAED56D858}" presName="thickLine" presStyleLbl="alignNode1" presStyleIdx="0" presStyleCnt="3"/>
      <dgm:spPr/>
    </dgm:pt>
    <dgm:pt modelId="{A09D0F45-BF1F-4852-9622-0DB53CFFB320}" type="pres">
      <dgm:prSet presAssocID="{CA9B18C1-5B85-4C2F-B1F1-A2CAED56D858}" presName="horz1" presStyleCnt="0"/>
      <dgm:spPr/>
    </dgm:pt>
    <dgm:pt modelId="{876DA266-FCB2-4D94-BACF-75A67189DF4D}" type="pres">
      <dgm:prSet presAssocID="{CA9B18C1-5B85-4C2F-B1F1-A2CAED56D858}" presName="tx1" presStyleLbl="revTx" presStyleIdx="0" presStyleCnt="3"/>
      <dgm:spPr/>
    </dgm:pt>
    <dgm:pt modelId="{0AA85AB3-102C-49A8-A7B3-BA21D2DDE446}" type="pres">
      <dgm:prSet presAssocID="{CA9B18C1-5B85-4C2F-B1F1-A2CAED56D858}" presName="vert1" presStyleCnt="0"/>
      <dgm:spPr/>
    </dgm:pt>
    <dgm:pt modelId="{3C3A33AB-D8C6-416C-A80D-2DBBDFF4CDCE}" type="pres">
      <dgm:prSet presAssocID="{2A1A684D-B8CD-4C5D-85E8-B6D774E34DCD}" presName="thickLine" presStyleLbl="alignNode1" presStyleIdx="1" presStyleCnt="3"/>
      <dgm:spPr/>
    </dgm:pt>
    <dgm:pt modelId="{F0E6332B-47F1-48D8-8796-2BBDB8015877}" type="pres">
      <dgm:prSet presAssocID="{2A1A684D-B8CD-4C5D-85E8-B6D774E34DCD}" presName="horz1" presStyleCnt="0"/>
      <dgm:spPr/>
    </dgm:pt>
    <dgm:pt modelId="{1A7EBEF8-AEAF-491D-A572-D55B8CD325A6}" type="pres">
      <dgm:prSet presAssocID="{2A1A684D-B8CD-4C5D-85E8-B6D774E34DCD}" presName="tx1" presStyleLbl="revTx" presStyleIdx="1" presStyleCnt="3"/>
      <dgm:spPr/>
    </dgm:pt>
    <dgm:pt modelId="{49290F5B-455A-4B6A-9D6E-406926048329}" type="pres">
      <dgm:prSet presAssocID="{2A1A684D-B8CD-4C5D-85E8-B6D774E34DCD}" presName="vert1" presStyleCnt="0"/>
      <dgm:spPr/>
    </dgm:pt>
    <dgm:pt modelId="{60631262-653E-4603-AD70-F71195351E69}" type="pres">
      <dgm:prSet presAssocID="{D3C10402-71DC-4F0E-943B-A10154264352}" presName="thickLine" presStyleLbl="alignNode1" presStyleIdx="2" presStyleCnt="3"/>
      <dgm:spPr/>
    </dgm:pt>
    <dgm:pt modelId="{CE6FA00E-193B-42A0-A145-FE29CF132821}" type="pres">
      <dgm:prSet presAssocID="{D3C10402-71DC-4F0E-943B-A10154264352}" presName="horz1" presStyleCnt="0"/>
      <dgm:spPr/>
    </dgm:pt>
    <dgm:pt modelId="{D01B3018-AE75-4AA3-9409-820CE8E0391A}" type="pres">
      <dgm:prSet presAssocID="{D3C10402-71DC-4F0E-943B-A10154264352}" presName="tx1" presStyleLbl="revTx" presStyleIdx="2" presStyleCnt="3"/>
      <dgm:spPr/>
    </dgm:pt>
    <dgm:pt modelId="{6B26CD81-615A-4A5E-893A-18B0B59084AB}" type="pres">
      <dgm:prSet presAssocID="{D3C10402-71DC-4F0E-943B-A10154264352}" presName="vert1" presStyleCnt="0"/>
      <dgm:spPr/>
    </dgm:pt>
  </dgm:ptLst>
  <dgm:cxnLst>
    <dgm:cxn modelId="{24888F0D-A87B-4C75-AE7E-0900B29F53F3}" type="presOf" srcId="{2A1A684D-B8CD-4C5D-85E8-B6D774E34DCD}" destId="{1A7EBEF8-AEAF-491D-A572-D55B8CD325A6}" srcOrd="0" destOrd="0" presId="urn:microsoft.com/office/officeart/2008/layout/LinedList"/>
    <dgm:cxn modelId="{3E908D1C-4D84-4FBD-B092-3F25CCD5D230}" srcId="{EA042F7B-5F41-48F5-9719-4F1B32723937}" destId="{2A1A684D-B8CD-4C5D-85E8-B6D774E34DCD}" srcOrd="1" destOrd="0" parTransId="{D45772E0-E272-406F-988D-A9FF39E1FF0C}" sibTransId="{27678B12-F3C2-4630-8BE3-5D284E91BB17}"/>
    <dgm:cxn modelId="{06E19924-8E59-4AB8-9336-A9DC79FC2E5D}" type="presOf" srcId="{D3C10402-71DC-4F0E-943B-A10154264352}" destId="{D01B3018-AE75-4AA3-9409-820CE8E0391A}" srcOrd="0" destOrd="0" presId="urn:microsoft.com/office/officeart/2008/layout/LinedList"/>
    <dgm:cxn modelId="{DEC10865-BA77-42E2-8D45-4054406DFED1}" srcId="{EA042F7B-5F41-48F5-9719-4F1B32723937}" destId="{CA9B18C1-5B85-4C2F-B1F1-A2CAED56D858}" srcOrd="0" destOrd="0" parTransId="{D22D5605-9496-4DC0-A46F-A11B49BCD306}" sibTransId="{D39EF5B2-8DCA-4959-AF34-CDF21D4C109B}"/>
    <dgm:cxn modelId="{9CFE154B-0764-4C44-829E-CD2F7962AD17}" srcId="{EA042F7B-5F41-48F5-9719-4F1B32723937}" destId="{D3C10402-71DC-4F0E-943B-A10154264352}" srcOrd="2" destOrd="0" parTransId="{45CFEBC2-7E3C-4C2E-8782-37D358C0821C}" sibTransId="{1325AFED-BD7C-47B9-ABE7-1A9F82B49A9F}"/>
    <dgm:cxn modelId="{D4F18FDA-DF14-48AC-90C2-0337AC32BC83}" type="presOf" srcId="{EA042F7B-5F41-48F5-9719-4F1B32723937}" destId="{12BD988C-2D3D-425E-A6EC-7186991885EF}" srcOrd="0" destOrd="0" presId="urn:microsoft.com/office/officeart/2008/layout/LinedList"/>
    <dgm:cxn modelId="{0F8F09DD-C823-4CDF-84AF-1215F725B487}" type="presOf" srcId="{CA9B18C1-5B85-4C2F-B1F1-A2CAED56D858}" destId="{876DA266-FCB2-4D94-BACF-75A67189DF4D}" srcOrd="0" destOrd="0" presId="urn:microsoft.com/office/officeart/2008/layout/LinedList"/>
    <dgm:cxn modelId="{E46D3927-3E9E-4571-BBE3-36DED4AF4DD6}" type="presParOf" srcId="{12BD988C-2D3D-425E-A6EC-7186991885EF}" destId="{AF17F0E8-1FD0-46E6-AF22-3217049FB2A4}" srcOrd="0" destOrd="0" presId="urn:microsoft.com/office/officeart/2008/layout/LinedList"/>
    <dgm:cxn modelId="{F88D03D9-8A91-4355-8FE9-B3698007AF67}" type="presParOf" srcId="{12BD988C-2D3D-425E-A6EC-7186991885EF}" destId="{A09D0F45-BF1F-4852-9622-0DB53CFFB320}" srcOrd="1" destOrd="0" presId="urn:microsoft.com/office/officeart/2008/layout/LinedList"/>
    <dgm:cxn modelId="{2F244600-F458-4C6A-A586-76D3FFE70278}" type="presParOf" srcId="{A09D0F45-BF1F-4852-9622-0DB53CFFB320}" destId="{876DA266-FCB2-4D94-BACF-75A67189DF4D}" srcOrd="0" destOrd="0" presId="urn:microsoft.com/office/officeart/2008/layout/LinedList"/>
    <dgm:cxn modelId="{C7F54037-B9DC-4AB6-B40B-DDCA44E8BE8B}" type="presParOf" srcId="{A09D0F45-BF1F-4852-9622-0DB53CFFB320}" destId="{0AA85AB3-102C-49A8-A7B3-BA21D2DDE446}" srcOrd="1" destOrd="0" presId="urn:microsoft.com/office/officeart/2008/layout/LinedList"/>
    <dgm:cxn modelId="{92A905B8-EC10-473B-925F-5C681198C4D7}" type="presParOf" srcId="{12BD988C-2D3D-425E-A6EC-7186991885EF}" destId="{3C3A33AB-D8C6-416C-A80D-2DBBDFF4CDCE}" srcOrd="2" destOrd="0" presId="urn:microsoft.com/office/officeart/2008/layout/LinedList"/>
    <dgm:cxn modelId="{05271E80-8489-4F01-8C6B-15A8D9411891}" type="presParOf" srcId="{12BD988C-2D3D-425E-A6EC-7186991885EF}" destId="{F0E6332B-47F1-48D8-8796-2BBDB8015877}" srcOrd="3" destOrd="0" presId="urn:microsoft.com/office/officeart/2008/layout/LinedList"/>
    <dgm:cxn modelId="{7D717590-8925-4084-A592-56789204EC00}" type="presParOf" srcId="{F0E6332B-47F1-48D8-8796-2BBDB8015877}" destId="{1A7EBEF8-AEAF-491D-A572-D55B8CD325A6}" srcOrd="0" destOrd="0" presId="urn:microsoft.com/office/officeart/2008/layout/LinedList"/>
    <dgm:cxn modelId="{08BC602D-C357-4EBD-878F-312C4967026C}" type="presParOf" srcId="{F0E6332B-47F1-48D8-8796-2BBDB8015877}" destId="{49290F5B-455A-4B6A-9D6E-406926048329}" srcOrd="1" destOrd="0" presId="urn:microsoft.com/office/officeart/2008/layout/LinedList"/>
    <dgm:cxn modelId="{493152D9-15F7-42CA-ACCC-06F25126967F}" type="presParOf" srcId="{12BD988C-2D3D-425E-A6EC-7186991885EF}" destId="{60631262-653E-4603-AD70-F71195351E69}" srcOrd="4" destOrd="0" presId="urn:microsoft.com/office/officeart/2008/layout/LinedList"/>
    <dgm:cxn modelId="{25275D8F-1EDD-4CA1-A6AD-FDF553CD9A09}" type="presParOf" srcId="{12BD988C-2D3D-425E-A6EC-7186991885EF}" destId="{CE6FA00E-193B-42A0-A145-FE29CF132821}" srcOrd="5" destOrd="0" presId="urn:microsoft.com/office/officeart/2008/layout/LinedList"/>
    <dgm:cxn modelId="{E625DD79-B911-4768-B8D7-C39B5388E7C8}" type="presParOf" srcId="{CE6FA00E-193B-42A0-A145-FE29CF132821}" destId="{D01B3018-AE75-4AA3-9409-820CE8E0391A}" srcOrd="0" destOrd="0" presId="urn:microsoft.com/office/officeart/2008/layout/LinedList"/>
    <dgm:cxn modelId="{E4FED707-7A58-4391-8A7F-F59FCEA9143D}" type="presParOf" srcId="{CE6FA00E-193B-42A0-A145-FE29CF132821}" destId="{6B26CD81-615A-4A5E-893A-18B0B59084A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B6F48-8F55-44CA-9953-D0B051244CE6}">
      <dsp:nvSpPr>
        <dsp:cNvPr id="0" name=""/>
        <dsp:cNvSpPr/>
      </dsp:nvSpPr>
      <dsp:spPr>
        <a:xfrm>
          <a:off x="0" y="136281"/>
          <a:ext cx="8229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Financial fraud causes billions in annual losses.</a:t>
          </a:r>
        </a:p>
      </dsp:txBody>
      <dsp:txXfrm>
        <a:off x="66025" y="202306"/>
        <a:ext cx="8097550" cy="1220470"/>
      </dsp:txXfrm>
    </dsp:sp>
    <dsp:sp modelId="{BA81E4F2-60B8-4647-B37F-DCFF842EFEF0}">
      <dsp:nvSpPr>
        <dsp:cNvPr id="0" name=""/>
        <dsp:cNvSpPr/>
      </dsp:nvSpPr>
      <dsp:spPr>
        <a:xfrm>
          <a:off x="0" y="1586721"/>
          <a:ext cx="8229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Detecting fraud in real-time is a major challenge.</a:t>
          </a:r>
        </a:p>
      </dsp:txBody>
      <dsp:txXfrm>
        <a:off x="66025" y="1652746"/>
        <a:ext cx="8097550" cy="1220470"/>
      </dsp:txXfrm>
    </dsp:sp>
    <dsp:sp modelId="{2457468F-C545-4101-8C7D-FB41FBB0C792}">
      <dsp:nvSpPr>
        <dsp:cNvPr id="0" name=""/>
        <dsp:cNvSpPr/>
      </dsp:nvSpPr>
      <dsp:spPr>
        <a:xfrm>
          <a:off x="0" y="3037161"/>
          <a:ext cx="8229600" cy="1352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- Our goal: **Build a machine learning model** to identify fraudulent transactions.</a:t>
          </a:r>
        </a:p>
      </dsp:txBody>
      <dsp:txXfrm>
        <a:off x="66025" y="3103186"/>
        <a:ext cx="8097550" cy="122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E442C-E689-4914-9C37-D78167D3CC81}">
      <dsp:nvSpPr>
        <dsp:cNvPr id="0" name=""/>
        <dsp:cNvSpPr/>
      </dsp:nvSpPr>
      <dsp:spPr>
        <a:xfrm>
          <a:off x="1000024" y="2516"/>
          <a:ext cx="4000099" cy="130356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Source: Simulated banking transactions dataset</a:t>
          </a:r>
        </a:p>
      </dsp:txBody>
      <dsp:txXfrm>
        <a:off x="1000024" y="2516"/>
        <a:ext cx="4000099" cy="1303561"/>
      </dsp:txXfrm>
    </dsp:sp>
    <dsp:sp modelId="{244E572A-DB50-4DAE-9D8E-29AD877D6E60}">
      <dsp:nvSpPr>
        <dsp:cNvPr id="0" name=""/>
        <dsp:cNvSpPr/>
      </dsp:nvSpPr>
      <dsp:spPr>
        <a:xfrm>
          <a:off x="0" y="2516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Source</a:t>
          </a:r>
        </a:p>
      </dsp:txBody>
      <dsp:txXfrm>
        <a:off x="0" y="2516"/>
        <a:ext cx="1000024" cy="1303561"/>
      </dsp:txXfrm>
    </dsp:sp>
    <dsp:sp modelId="{75C88B43-1E8D-4D23-852B-A82653146440}">
      <dsp:nvSpPr>
        <dsp:cNvPr id="0" name=""/>
        <dsp:cNvSpPr/>
      </dsp:nvSpPr>
      <dsp:spPr>
        <a:xfrm>
          <a:off x="1000024" y="1384291"/>
          <a:ext cx="4000099" cy="1303561"/>
        </a:xfrm>
        <a:prstGeom prst="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Features include: type, amount, oldbalanceOrg, newbalanceOrig, etc.</a:t>
          </a:r>
        </a:p>
      </dsp:txBody>
      <dsp:txXfrm>
        <a:off x="1000024" y="1384291"/>
        <a:ext cx="4000099" cy="1303561"/>
      </dsp:txXfrm>
    </dsp:sp>
    <dsp:sp modelId="{211C2744-A940-4536-A7DC-1BF832C073B6}">
      <dsp:nvSpPr>
        <dsp:cNvPr id="0" name=""/>
        <dsp:cNvSpPr/>
      </dsp:nvSpPr>
      <dsp:spPr>
        <a:xfrm>
          <a:off x="0" y="1384291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Type</a:t>
          </a:r>
        </a:p>
      </dsp:txBody>
      <dsp:txXfrm>
        <a:off x="0" y="1384291"/>
        <a:ext cx="1000024" cy="1303561"/>
      </dsp:txXfrm>
    </dsp:sp>
    <dsp:sp modelId="{88E38A17-E660-4C3D-8F12-F5593F6B7600}">
      <dsp:nvSpPr>
        <dsp:cNvPr id="0" name=""/>
        <dsp:cNvSpPr/>
      </dsp:nvSpPr>
      <dsp:spPr>
        <a:xfrm>
          <a:off x="1000024" y="2766066"/>
          <a:ext cx="4000099" cy="1303561"/>
        </a:xfrm>
        <a:prstGeom prst="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Target variable: isFraud (1 = fraud, 0 = not fraud)</a:t>
          </a:r>
        </a:p>
      </dsp:txBody>
      <dsp:txXfrm>
        <a:off x="1000024" y="2766066"/>
        <a:ext cx="4000099" cy="1303561"/>
      </dsp:txXfrm>
    </dsp:sp>
    <dsp:sp modelId="{3E92557E-DF14-4FCA-B7C6-2F383DB785A7}">
      <dsp:nvSpPr>
        <dsp:cNvPr id="0" name=""/>
        <dsp:cNvSpPr/>
      </dsp:nvSpPr>
      <dsp:spPr>
        <a:xfrm>
          <a:off x="0" y="2766066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Target</a:t>
          </a:r>
        </a:p>
      </dsp:txBody>
      <dsp:txXfrm>
        <a:off x="0" y="2766066"/>
        <a:ext cx="1000024" cy="1303561"/>
      </dsp:txXfrm>
    </dsp:sp>
    <dsp:sp modelId="{DF206CAF-32F4-4626-A09C-4DCC5AECB86D}">
      <dsp:nvSpPr>
        <dsp:cNvPr id="0" name=""/>
        <dsp:cNvSpPr/>
      </dsp:nvSpPr>
      <dsp:spPr>
        <a:xfrm>
          <a:off x="1000024" y="4147841"/>
          <a:ext cx="4000099" cy="1303561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Challenge: Highly imbalanced dataset (fraud cases &lt; 0.1%)</a:t>
          </a:r>
        </a:p>
      </dsp:txBody>
      <dsp:txXfrm>
        <a:off x="1000024" y="4147841"/>
        <a:ext cx="4000099" cy="1303561"/>
      </dsp:txXfrm>
    </dsp:sp>
    <dsp:sp modelId="{148A7B2F-6716-4466-8E86-3611C6AF0D20}">
      <dsp:nvSpPr>
        <dsp:cNvPr id="0" name=""/>
        <dsp:cNvSpPr/>
      </dsp:nvSpPr>
      <dsp:spPr>
        <a:xfrm>
          <a:off x="0" y="4147841"/>
          <a:ext cx="1000024" cy="130356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Challenge</a:t>
          </a:r>
        </a:p>
      </dsp:txBody>
      <dsp:txXfrm>
        <a:off x="0" y="4147841"/>
        <a:ext cx="1000024" cy="13035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4DAD25-493B-411D-84A1-17842BA38669}">
      <dsp:nvSpPr>
        <dsp:cNvPr id="0" name=""/>
        <dsp:cNvSpPr/>
      </dsp:nvSpPr>
      <dsp:spPr>
        <a:xfrm>
          <a:off x="0" y="3406931"/>
          <a:ext cx="8229600" cy="11182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Chosen for its robustness, interpretability, and handling of nonlinear patterns</a:t>
          </a:r>
        </a:p>
      </dsp:txBody>
      <dsp:txXfrm>
        <a:off x="0" y="3406931"/>
        <a:ext cx="8229600" cy="1118231"/>
      </dsp:txXfrm>
    </dsp:sp>
    <dsp:sp modelId="{B87F6C4E-1B13-4CA1-B3AD-85C9851FB0EF}">
      <dsp:nvSpPr>
        <dsp:cNvPr id="0" name=""/>
        <dsp:cNvSpPr/>
      </dsp:nvSpPr>
      <dsp:spPr>
        <a:xfrm rot="10800000">
          <a:off x="0" y="1703865"/>
          <a:ext cx="8229600" cy="17198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Model: Random Forest Classifier (Ensemble method, handles imbalance &amp; overfitting well)</a:t>
          </a:r>
        </a:p>
      </dsp:txBody>
      <dsp:txXfrm rot="10800000">
        <a:off x="0" y="1703865"/>
        <a:ext cx="8229600" cy="1117500"/>
      </dsp:txXfrm>
    </dsp:sp>
    <dsp:sp modelId="{07412A36-9422-4B09-A440-9473539D62D6}">
      <dsp:nvSpPr>
        <dsp:cNvPr id="0" name=""/>
        <dsp:cNvSpPr/>
      </dsp:nvSpPr>
      <dsp:spPr>
        <a:xfrm rot="10800000">
          <a:off x="0" y="799"/>
          <a:ext cx="8229600" cy="1719839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84912" rIns="184912" bIns="18491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Preprocessing: Label encoding, feature scaling, handling class imbalance</a:t>
          </a:r>
        </a:p>
      </dsp:txBody>
      <dsp:txXfrm rot="10800000">
        <a:off x="0" y="799"/>
        <a:ext cx="8229600" cy="1117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546245-2940-459F-91B3-D12E46F3D88D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222C04-E8B6-43C2-A0B9-64DB5872D608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Fraudulent transactions are **rare (&lt; 0.1%)**</a:t>
          </a:r>
        </a:p>
      </dsp:txBody>
      <dsp:txXfrm>
        <a:off x="0" y="0"/>
        <a:ext cx="5000124" cy="1363480"/>
      </dsp:txXfrm>
    </dsp:sp>
    <dsp:sp modelId="{21CAAEB8-57EC-40D4-A83A-BC1D46C64F15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1DCD843-CD0F-4B35-81FF-5B0E561B382C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Used techniques like:</a:t>
          </a:r>
        </a:p>
      </dsp:txBody>
      <dsp:txXfrm>
        <a:off x="0" y="1363480"/>
        <a:ext cx="5000124" cy="1363480"/>
      </dsp:txXfrm>
    </dsp:sp>
    <dsp:sp modelId="{5AC7BFF5-A548-4C7C-AD3A-46A2B5563B42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0E4CAD8-17F9-4802-8660-E479FBB1FB03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SMOTE (oversampling minority class)</a:t>
          </a:r>
        </a:p>
      </dsp:txBody>
      <dsp:txXfrm>
        <a:off x="0" y="2726960"/>
        <a:ext cx="5000124" cy="1363480"/>
      </dsp:txXfrm>
    </dsp:sp>
    <dsp:sp modelId="{D36635E0-CC27-4451-83E6-7F3A5402222A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9C5F36C-F9A6-460C-AA68-BC7D3E15FBEF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- Class weights (Random Forest)</a:t>
          </a:r>
        </a:p>
      </dsp:txBody>
      <dsp:txXfrm>
        <a:off x="0" y="4090440"/>
        <a:ext cx="5000124" cy="136348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1EC42-8B7E-4E0D-A662-325FEE1C0494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8A94FF-ECAC-4CBA-825E-95EFBB5EEE55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C9DFF-E1CB-4CB9-8DA4-EF852252D668}">
      <dsp:nvSpPr>
        <dsp:cNvPr id="0" name=""/>
        <dsp:cNvSpPr/>
      </dsp:nvSpPr>
      <dsp:spPr>
        <a:xfrm>
          <a:off x="1437631" y="531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Train/Test Split: 80/20</a:t>
          </a:r>
        </a:p>
      </dsp:txBody>
      <dsp:txXfrm>
        <a:off x="1437631" y="531"/>
        <a:ext cx="6449068" cy="1244702"/>
      </dsp:txXfrm>
    </dsp:sp>
    <dsp:sp modelId="{9B217980-3C7C-494A-BEF9-572EDCF36ED9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1EB01-672C-403C-B2B4-9139156893F2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E1672-15DC-4D13-846D-7A7F30CF6E0E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Metrics: Accuracy – 99%, Precision – 90%, Recall – 95%, F1-Score – Balanced metric for fraud detection, ROC-AUC - Measures classifier performance across thresholds</a:t>
          </a:r>
        </a:p>
      </dsp:txBody>
      <dsp:txXfrm>
        <a:off x="1437631" y="1556410"/>
        <a:ext cx="6449068" cy="1244702"/>
      </dsp:txXfrm>
    </dsp:sp>
    <dsp:sp modelId="{AE4FC40E-FA9D-4082-BE99-8CE13A5F24E8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A1133-6BBF-4671-B2DD-F8E098CE8D67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EC2887-9D3F-4ED5-9753-53D6A4A8F579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Emphasis on high recall and balanced precision</a:t>
          </a:r>
        </a:p>
      </dsp:txBody>
      <dsp:txXfrm>
        <a:off x="1437631" y="3112289"/>
        <a:ext cx="6449068" cy="12447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A088AE-FC4A-44E8-9F7F-A2033E758E70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1C564F-43C9-4B6A-8BDB-D955DA27BB21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AE8D06-65A3-47B2-B84C-9248154B921F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Built using Python + Streamlit for easy interaction</a:t>
          </a:r>
        </a:p>
      </dsp:txBody>
      <dsp:txXfrm>
        <a:off x="1340173" y="795493"/>
        <a:ext cx="2552269" cy="1082781"/>
      </dsp:txXfrm>
    </dsp:sp>
    <dsp:sp modelId="{BBF93B98-362C-430C-9BEF-3887A41B0A00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E5077C-77F4-4F8E-ADA9-B58D6F197EEB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4532DB-B967-4309-9A08-71BDBD7F74FA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User inputs: transaction type, amount, balances</a:t>
          </a:r>
        </a:p>
      </dsp:txBody>
      <dsp:txXfrm>
        <a:off x="5651962" y="795493"/>
        <a:ext cx="2552269" cy="1082781"/>
      </dsp:txXfrm>
    </dsp:sp>
    <dsp:sp modelId="{50AFE6BA-04AC-46FA-B860-599A44B989CB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A9ECF2-2FBB-4EBD-874D-AACAEF56C747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EE5C44-C46B-4ECB-8FA9-6E3965C194E2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Output: Prediction with color-coded fraud warning</a:t>
          </a:r>
        </a:p>
      </dsp:txBody>
      <dsp:txXfrm>
        <a:off x="1340173" y="2647688"/>
        <a:ext cx="2552269" cy="1082781"/>
      </dsp:txXfrm>
    </dsp:sp>
    <dsp:sp modelId="{BBF5032C-EF61-4799-8E6F-8D2CE700C528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D468EC-921A-4822-9FAA-2897ACD431BC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DE0AF-DD95-425B-8C84-DC58F28032B0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Simple and intuitive interface for real-time use</a:t>
          </a:r>
        </a:p>
      </dsp:txBody>
      <dsp:txXfrm>
        <a:off x="5651962" y="2647688"/>
        <a:ext cx="2552269" cy="10827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31D02B-FD34-4A7A-B5D7-D54144BA0AC2}">
      <dsp:nvSpPr>
        <dsp:cNvPr id="0" name=""/>
        <dsp:cNvSpPr/>
      </dsp:nvSpPr>
      <dsp:spPr>
        <a:xfrm>
          <a:off x="0" y="91677"/>
          <a:ext cx="2536031" cy="355044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719" tIns="330200" rIns="19771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Feature importance from Random Forest model</a:t>
          </a:r>
        </a:p>
      </dsp:txBody>
      <dsp:txXfrm>
        <a:off x="0" y="1440846"/>
        <a:ext cx="2536031" cy="2130266"/>
      </dsp:txXfrm>
    </dsp:sp>
    <dsp:sp modelId="{6AC43E3D-F00F-4FBA-9F49-198C1FA7802A}">
      <dsp:nvSpPr>
        <dsp:cNvPr id="0" name=""/>
        <dsp:cNvSpPr/>
      </dsp:nvSpPr>
      <dsp:spPr>
        <a:xfrm>
          <a:off x="735449" y="446722"/>
          <a:ext cx="1065133" cy="106513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42" tIns="12700" rIns="8304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91434" y="602707"/>
        <a:ext cx="753163" cy="753163"/>
      </dsp:txXfrm>
    </dsp:sp>
    <dsp:sp modelId="{ECB97AD2-EBF0-4698-89F1-B57EE1BB221E}">
      <dsp:nvSpPr>
        <dsp:cNvPr id="0" name=""/>
        <dsp:cNvSpPr/>
      </dsp:nvSpPr>
      <dsp:spPr>
        <a:xfrm>
          <a:off x="0" y="3642049"/>
          <a:ext cx="2536031" cy="72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accent2">
              <a:hueOff val="936304"/>
              <a:satOff val="-1168"/>
              <a:lumOff val="27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3DCDF9-11FD-4797-8282-B6BFB968B2AE}">
      <dsp:nvSpPr>
        <dsp:cNvPr id="0" name=""/>
        <dsp:cNvSpPr/>
      </dsp:nvSpPr>
      <dsp:spPr>
        <a:xfrm>
          <a:off x="2789634" y="91677"/>
          <a:ext cx="2536031" cy="3550443"/>
        </a:xfrm>
        <a:prstGeom prst="rect">
          <a:avLst/>
        </a:prstGeom>
        <a:solidFill>
          <a:schemeClr val="accent2">
            <a:tint val="40000"/>
            <a:alpha val="90000"/>
            <a:hueOff val="2512910"/>
            <a:satOff val="-2189"/>
            <a:lumOff val="-3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2512910"/>
              <a:satOff val="-2189"/>
              <a:lumOff val="-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719" tIns="330200" rIns="19771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Top factors: amount, oldbalanceOrg, transaction type</a:t>
          </a:r>
        </a:p>
      </dsp:txBody>
      <dsp:txXfrm>
        <a:off x="2789634" y="1440846"/>
        <a:ext cx="2536031" cy="2130266"/>
      </dsp:txXfrm>
    </dsp:sp>
    <dsp:sp modelId="{E4A64B29-7D71-4B97-99AC-EF66490412F5}">
      <dsp:nvSpPr>
        <dsp:cNvPr id="0" name=""/>
        <dsp:cNvSpPr/>
      </dsp:nvSpPr>
      <dsp:spPr>
        <a:xfrm>
          <a:off x="3525083" y="446722"/>
          <a:ext cx="1065133" cy="1065133"/>
        </a:xfrm>
        <a:prstGeom prst="ellipse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accent2">
              <a:hueOff val="1872608"/>
              <a:satOff val="-2336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42" tIns="12700" rIns="8304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81068" y="602707"/>
        <a:ext cx="753163" cy="753163"/>
      </dsp:txXfrm>
    </dsp:sp>
    <dsp:sp modelId="{2C87FE1D-AE1B-40D5-BB64-73E655FF4E18}">
      <dsp:nvSpPr>
        <dsp:cNvPr id="0" name=""/>
        <dsp:cNvSpPr/>
      </dsp:nvSpPr>
      <dsp:spPr>
        <a:xfrm>
          <a:off x="2789634" y="3642049"/>
          <a:ext cx="2536031" cy="72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accent2">
              <a:hueOff val="2808911"/>
              <a:satOff val="-3503"/>
              <a:lumOff val="82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56A450-8C3F-4169-AED9-E21911C90DD5}">
      <dsp:nvSpPr>
        <dsp:cNvPr id="0" name=""/>
        <dsp:cNvSpPr/>
      </dsp:nvSpPr>
      <dsp:spPr>
        <a:xfrm>
          <a:off x="5579268" y="91677"/>
          <a:ext cx="2536031" cy="3550443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719" tIns="330200" rIns="197719" bIns="33020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Scope for SHAP/LIME integration for better insights</a:t>
          </a:r>
        </a:p>
      </dsp:txBody>
      <dsp:txXfrm>
        <a:off x="5579268" y="1440846"/>
        <a:ext cx="2536031" cy="2130266"/>
      </dsp:txXfrm>
    </dsp:sp>
    <dsp:sp modelId="{A183EC5A-FECE-40BF-8A62-C080FEC29A0C}">
      <dsp:nvSpPr>
        <dsp:cNvPr id="0" name=""/>
        <dsp:cNvSpPr/>
      </dsp:nvSpPr>
      <dsp:spPr>
        <a:xfrm>
          <a:off x="6314717" y="446722"/>
          <a:ext cx="1065133" cy="1065133"/>
        </a:xfrm>
        <a:prstGeom prst="ellipse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accent2">
              <a:hueOff val="3745215"/>
              <a:satOff val="-4671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042" tIns="12700" rIns="8304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70702" y="602707"/>
        <a:ext cx="753163" cy="753163"/>
      </dsp:txXfrm>
    </dsp:sp>
    <dsp:sp modelId="{0F1DE6B2-207C-4209-870A-61887A209110}">
      <dsp:nvSpPr>
        <dsp:cNvPr id="0" name=""/>
        <dsp:cNvSpPr/>
      </dsp:nvSpPr>
      <dsp:spPr>
        <a:xfrm>
          <a:off x="5579268" y="3642049"/>
          <a:ext cx="2536031" cy="72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5355C5-93B8-4DAB-9DBB-6904155945F0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1D1C6-4979-4DFC-A03F-87A46DA0052F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9646A8-B70C-41FD-A724-539F620115B5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Synthetic dataset may limit real-world generalization</a:t>
          </a:r>
        </a:p>
      </dsp:txBody>
      <dsp:txXfrm>
        <a:off x="1493203" y="552"/>
        <a:ext cx="6736396" cy="1292816"/>
      </dsp:txXfrm>
    </dsp:sp>
    <dsp:sp modelId="{429EB00D-A23F-4F3E-862D-FBA4F725F7F5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EE24F-0F80-41BD-B928-EDC8607304FD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292E4-3AD5-451A-B920-BEE0E18DD4BA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Fraud cases are extremely rare – imbalance remains a challenge</a:t>
          </a:r>
        </a:p>
      </dsp:txBody>
      <dsp:txXfrm>
        <a:off x="1493203" y="1616573"/>
        <a:ext cx="6736396" cy="1292816"/>
      </dsp:txXfrm>
    </dsp:sp>
    <dsp:sp modelId="{BA117F25-7AF6-413B-BEAE-ECDFD2B47C6D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B200A9-61B1-4867-9B17-8B8AB053DBC6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A60340-7E4C-4D18-8020-ADA9A6588854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Future: Integrate REST APIs, test with live data, explore deep learning models</a:t>
          </a:r>
        </a:p>
      </dsp:txBody>
      <dsp:txXfrm>
        <a:off x="1493203" y="3232593"/>
        <a:ext cx="6736396" cy="129281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17F0E8-1FD0-46E6-AF22-3217049FB2A4}">
      <dsp:nvSpPr>
        <dsp:cNvPr id="0" name=""/>
        <dsp:cNvSpPr/>
      </dsp:nvSpPr>
      <dsp:spPr>
        <a:xfrm>
          <a:off x="0" y="2663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76DA266-FCB2-4D94-BACF-75A67189DF4D}">
      <dsp:nvSpPr>
        <dsp:cNvPr id="0" name=""/>
        <dsp:cNvSpPr/>
      </dsp:nvSpPr>
      <dsp:spPr>
        <a:xfrm>
          <a:off x="0" y="2663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Model File: fraud_detection_pipeline.pkl</a:t>
          </a:r>
        </a:p>
      </dsp:txBody>
      <dsp:txXfrm>
        <a:off x="0" y="2663"/>
        <a:ext cx="5000124" cy="1816197"/>
      </dsp:txXfrm>
    </dsp:sp>
    <dsp:sp modelId="{3C3A33AB-D8C6-416C-A80D-2DBBDFF4CDCE}">
      <dsp:nvSpPr>
        <dsp:cNvPr id="0" name=""/>
        <dsp:cNvSpPr/>
      </dsp:nvSpPr>
      <dsp:spPr>
        <a:xfrm>
          <a:off x="0" y="1818861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7EBEF8-AEAF-491D-A572-D55B8CD325A6}">
      <dsp:nvSpPr>
        <dsp:cNvPr id="0" name=""/>
        <dsp:cNvSpPr/>
      </dsp:nvSpPr>
      <dsp:spPr>
        <a:xfrm>
          <a:off x="0" y="1818861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Streamlit App: fraud_detection.py</a:t>
          </a:r>
        </a:p>
      </dsp:txBody>
      <dsp:txXfrm>
        <a:off x="0" y="1818861"/>
        <a:ext cx="5000124" cy="1816197"/>
      </dsp:txXfrm>
    </dsp:sp>
    <dsp:sp modelId="{60631262-653E-4603-AD70-F71195351E69}">
      <dsp:nvSpPr>
        <dsp:cNvPr id="0" name=""/>
        <dsp:cNvSpPr/>
      </dsp:nvSpPr>
      <dsp:spPr>
        <a:xfrm>
          <a:off x="0" y="3635058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01B3018-AE75-4AA3-9409-820CE8E0391A}">
      <dsp:nvSpPr>
        <dsp:cNvPr id="0" name=""/>
        <dsp:cNvSpPr/>
      </dsp:nvSpPr>
      <dsp:spPr>
        <a:xfrm>
          <a:off x="0" y="3635058"/>
          <a:ext cx="5000124" cy="1816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Notebook: Analysis_model.ipynb (contains all training &amp; evaluation steps)</a:t>
          </a:r>
        </a:p>
      </dsp:txBody>
      <dsp:txXfrm>
        <a:off x="0" y="3635058"/>
        <a:ext cx="5000124" cy="181619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4267832"/>
            <a:ext cx="3604497" cy="1297115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chemeClr val="tx2"/>
                </a:solidFill>
              </a:rPr>
              <a:t>Detecting Financial Fraud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3504" y="3428999"/>
            <a:ext cx="3604268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1700">
                <a:solidFill>
                  <a:schemeClr val="tx2"/>
                </a:solidFill>
              </a:rPr>
              <a:t>An Interactive Fraud Detection System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75767" y="52996"/>
            <a:ext cx="4570022" cy="6805005"/>
            <a:chOff x="6101023" y="52996"/>
            <a:chExt cx="6093363" cy="6805005"/>
          </a:xfrm>
        </p:grpSpPr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39" name="Graphic 38" descr="Head with Gears">
            <a:extLst>
              <a:ext uri="{FF2B5EF4-FFF2-40B4-BE49-F238E27FC236}">
                <a16:creationId xmlns:a16="http://schemas.microsoft.com/office/drawing/2014/main" id="{A27EB313-6559-3D6E-5692-D2589636C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6992" y="2216469"/>
            <a:ext cx="3106320" cy="31063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9950D-86F6-7448-D298-64186E46F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645E5087-72DD-2880-29A7-C5FA3E86961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Problem Statement</a:t>
            </a:r>
            <a:endParaRPr lang="en-US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C7FBD27-70D8-6F18-8429-53A9F60A34BE}"/>
              </a:ext>
            </a:extLst>
          </p:cNvPr>
          <p:cNvGraphicFramePr/>
          <p:nvPr/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7076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Dataset 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633CD4-2FF2-0FD7-45F2-079E5B318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02554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33ADEAE5-B080-4DEC-819A-00E41A93F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FB580A-BA0E-4D5E-90F4-C42767A78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89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FA501D-1F47-1515-1192-AF0497957750}"/>
              </a:ext>
            </a:extLst>
          </p:cNvPr>
          <p:cNvSpPr txBox="1"/>
          <p:nvPr/>
        </p:nvSpPr>
        <p:spPr>
          <a:xfrm>
            <a:off x="942206" y="3655371"/>
            <a:ext cx="7259587" cy="1463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9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867C16-05F2-4BC0-CFE6-E34003F9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004" y="1427024"/>
            <a:ext cx="8333991" cy="152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52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Pipeline Architecture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D55A4652-44B6-65AF-599C-08E08EF6238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49681-063B-0457-5A3C-2406A29F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27F59C-EC08-B2C3-F99A-688BD2EF2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Class Imbalance Challenge</a:t>
            </a:r>
            <a:endParaRPr lang="en-US" sz="35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06EA1B-E7A6-43AA-9986-0E257FACEE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1518274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2102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aph with blue squares and black lines&#10;&#10;AI-generated content may be incorrect.">
            <a:extLst>
              <a:ext uri="{FF2B5EF4-FFF2-40B4-BE49-F238E27FC236}">
                <a16:creationId xmlns:a16="http://schemas.microsoft.com/office/drawing/2014/main" id="{A88FFE66-E981-F0C0-AA03-C13F97707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34" y="321734"/>
            <a:ext cx="3797607" cy="290517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37710" y="0"/>
            <a:ext cx="6858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B344C54D-0205-8DB1-C783-9E214742B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909" y="321734"/>
            <a:ext cx="3282677" cy="29051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459486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9140" y="3383280"/>
            <a:ext cx="459486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aph of a distribution&#10;&#10;AI-generated content may be incorrect.">
            <a:extLst>
              <a:ext uri="{FF2B5EF4-FFF2-40B4-BE49-F238E27FC236}">
                <a16:creationId xmlns:a16="http://schemas.microsoft.com/office/drawing/2014/main" id="{0864B5D8-8A3E-2543-CE0E-880F195FC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779" y="3631096"/>
            <a:ext cx="3632315" cy="2760560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F5CBFFD3-C627-F450-82B8-69E228FF6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924" y="3631096"/>
            <a:ext cx="3200648" cy="276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311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t>Model Training &amp; Evaluation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BA0C90-077C-A642-89B7-5941283FF3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579071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- Streamlit 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10071B-1176-2A9F-2E77-129A0FB5392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6B067B1-F4E5-4FDF-813D-C9E872E8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3E747-A48A-6CD0-88DD-E9DA07E4FE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" r="12265" b="2"/>
          <a:stretch>
            <a:fillRect/>
          </a:stretch>
        </p:blipFill>
        <p:spPr>
          <a:xfrm>
            <a:off x="230831" y="261437"/>
            <a:ext cx="8682337" cy="633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1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n-US" sz="3500"/>
              <a:t>Model Interpretability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12714D-C6D6-92F7-86C6-11F113C6EC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2046061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DDCB0A-51E7-24A2-DD58-B76878D327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Project Assets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7F64E98-F2BA-8A2E-FC66-157F4BF83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52230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Q&amp;A /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endParaRPr lang="en-US" sz="1700"/>
          </a:p>
          <a:p>
            <a:r>
              <a:rPr lang="en-US" sz="1700"/>
              <a:t>Questions about model choices, preprocessing, or deployment?</a:t>
            </a:r>
          </a:p>
          <a:p>
            <a:r>
              <a:rPr lang="en-US" sz="1700"/>
              <a:t>Let's discuss metrics, dataset bias, and fraud detection strategy.</a:t>
            </a:r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431A2C15-361B-DB15-6180-00BADA16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38" r="5301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373</Words>
  <Application>Microsoft Office PowerPoint</Application>
  <PresentationFormat>On-screen Show (4:3)</PresentationFormat>
  <Paragraphs>50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Detecting Financial Fraud Using Machine Learning</vt:lpstr>
      <vt:lpstr>PowerPoint Presentation</vt:lpstr>
      <vt:lpstr>Dataset Overview</vt:lpstr>
      <vt:lpstr>PowerPoint Presentation</vt:lpstr>
      <vt:lpstr>Model Pipeline Architecture</vt:lpstr>
      <vt:lpstr>Class Imbalance Challenge</vt:lpstr>
      <vt:lpstr>PowerPoint Presentation</vt:lpstr>
      <vt:lpstr>Model Training &amp; Evaluation</vt:lpstr>
      <vt:lpstr>Live Demo - Streamlit UI</vt:lpstr>
      <vt:lpstr>PowerPoint Presentation</vt:lpstr>
      <vt:lpstr>Model Interpretability</vt:lpstr>
      <vt:lpstr>Limitations &amp; Future Scope</vt:lpstr>
      <vt:lpstr>Project Assets</vt:lpstr>
      <vt:lpstr>Q&amp;A /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 TEJA MADINEEDI</cp:lastModifiedBy>
  <cp:revision>1</cp:revision>
  <dcterms:created xsi:type="dcterms:W3CDTF">2013-01-27T09:14:16Z</dcterms:created>
  <dcterms:modified xsi:type="dcterms:W3CDTF">2025-08-04T13:45:21Z</dcterms:modified>
  <cp:category/>
</cp:coreProperties>
</file>